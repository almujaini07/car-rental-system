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1E40AE"/>
    <a:srgbClr val="FFA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895FF7-D9AC-4802-A3FE-51F5E10B2D94}" v="175" dt="2026-04-26T16:09:44.224"/>
    <p1510:client id="{782E1903-8DF0-EA32-2D5F-7AE84B05E5EE}" v="296" dt="2026-04-25T18:02:35.624"/>
    <p1510:client id="{8DD9571D-2B3A-F12C-6712-7763F486DD95}" v="6" dt="2026-04-25T17:04:17.580"/>
    <p1510:client id="{A140ADE8-3C21-DC30-395F-37303A1B2910}" v="32" dt="2026-04-25T17:20:22.249"/>
    <p1510:client id="{A35D6B10-EEB6-3BA9-A728-D25E89570872}" v="176" dt="2026-04-25T17:43:15.474"/>
    <p1510:client id="{A55055A5-BBEF-894B-8763-747982653816}" v="560" dt="2026-04-26T14:52:01.294"/>
    <p1510:client id="{A72974F8-4FA2-D3DF-1008-AAF9073892FC}" v="147" dt="2026-04-25T18:34:00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RAHMAN AL KIYUMI" userId="S::24-0485@student.gutech.edu.om::a231542c-6715-48e0-8d93-b2376ece5ccd" providerId="AD" clId="Web-{782E1903-8DF0-EA32-2D5F-7AE84B05E5EE}"/>
    <pc:docChg chg="modSld">
      <pc:chgData name="ABDUL RAHMAN AL KIYUMI" userId="S::24-0485@student.gutech.edu.om::a231542c-6715-48e0-8d93-b2376ece5ccd" providerId="AD" clId="Web-{782E1903-8DF0-EA32-2D5F-7AE84B05E5EE}" dt="2026-04-25T18:02:35.624" v="293"/>
      <pc:docMkLst>
        <pc:docMk/>
      </pc:docMkLst>
      <pc:sldChg chg="addSp delSp modSp mod setBg">
        <pc:chgData name="ABDUL RAHMAN AL KIYUMI" userId="S::24-0485@student.gutech.edu.om::a231542c-6715-48e0-8d93-b2376ece5ccd" providerId="AD" clId="Web-{782E1903-8DF0-EA32-2D5F-7AE84B05E5EE}" dt="2026-04-25T18:02:35.624" v="293"/>
        <pc:sldMkLst>
          <pc:docMk/>
          <pc:sldMk cId="0" sldId="256"/>
        </pc:sldMkLst>
        <pc:spChg chg="mod">
          <ac:chgData name="ABDUL RAHMAN AL KIYUMI" userId="S::24-0485@student.gutech.edu.om::a231542c-6715-48e0-8d93-b2376ece5ccd" providerId="AD" clId="Web-{782E1903-8DF0-EA32-2D5F-7AE84B05E5EE}" dt="2026-04-25T18:02:35.624" v="293"/>
          <ac:spMkLst>
            <pc:docMk/>
            <pc:sldMk cId="0" sldId="256"/>
            <ac:spMk id="4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8:02:35.624" v="292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ABDUL RAHMAN AL KIYUMI" userId="S::24-0485@student.gutech.edu.om::a231542c-6715-48e0-8d93-b2376ece5ccd" providerId="AD" clId="Web-{782E1903-8DF0-EA32-2D5F-7AE84B05E5EE}" dt="2026-04-25T18:02:34.046" v="290"/>
          <ac:spMkLst>
            <pc:docMk/>
            <pc:sldMk cId="0" sldId="256"/>
            <ac:spMk id="7" creationId="{82D3AC4B-D4D0-8F18-7C42-CBD72C75E522}"/>
          </ac:spMkLst>
        </pc:spChg>
        <pc:spChg chg="add del mod">
          <ac:chgData name="ABDUL RAHMAN AL KIYUMI" userId="S::24-0485@student.gutech.edu.om::a231542c-6715-48e0-8d93-b2376ece5ccd" providerId="AD" clId="Web-{782E1903-8DF0-EA32-2D5F-7AE84B05E5EE}" dt="2026-04-25T18:02:34.046" v="289"/>
          <ac:spMkLst>
            <pc:docMk/>
            <pc:sldMk cId="0" sldId="256"/>
            <ac:spMk id="21" creationId="{8BB163C3-8063-A301-7C02-0E292F0C8886}"/>
          </ac:spMkLst>
        </pc:spChg>
        <pc:spChg chg="add del mod">
          <ac:chgData name="ABDUL RAHMAN AL KIYUMI" userId="S::24-0485@student.gutech.edu.om::a231542c-6715-48e0-8d93-b2376ece5ccd" providerId="AD" clId="Web-{782E1903-8DF0-EA32-2D5F-7AE84B05E5EE}" dt="2026-04-25T18:02:34.046" v="288"/>
          <ac:spMkLst>
            <pc:docMk/>
            <pc:sldMk cId="0" sldId="256"/>
            <ac:spMk id="23" creationId="{71435D7D-185A-B308-C89D-D35681013A3B}"/>
          </ac:spMkLst>
        </pc:spChg>
        <pc:spChg chg="add del mod">
          <ac:chgData name="ABDUL RAHMAN AL KIYUMI" userId="S::24-0485@student.gutech.edu.om::a231542c-6715-48e0-8d93-b2376ece5ccd" providerId="AD" clId="Web-{782E1903-8DF0-EA32-2D5F-7AE84B05E5EE}" dt="2026-04-25T18:02:34.046" v="287"/>
          <ac:spMkLst>
            <pc:docMk/>
            <pc:sldMk cId="0" sldId="256"/>
            <ac:spMk id="25" creationId="{D8120D28-706C-6DAE-64EA-6E8A6B4EC4B0}"/>
          </ac:spMkLst>
        </pc:spChg>
      </pc:sldChg>
      <pc:sldChg chg="modSp">
        <pc:chgData name="ABDUL RAHMAN AL KIYUMI" userId="S::24-0485@student.gutech.edu.om::a231542c-6715-48e0-8d93-b2376ece5ccd" providerId="AD" clId="Web-{782E1903-8DF0-EA32-2D5F-7AE84B05E5EE}" dt="2026-04-25T17:40:49.516" v="93" actId="20577"/>
        <pc:sldMkLst>
          <pc:docMk/>
          <pc:sldMk cId="0" sldId="257"/>
        </pc:sldMkLst>
        <pc:spChg chg="mod">
          <ac:chgData name="ABDUL RAHMAN AL KIYUMI" userId="S::24-0485@student.gutech.edu.om::a231542c-6715-48e0-8d93-b2376ece5ccd" providerId="AD" clId="Web-{782E1903-8DF0-EA32-2D5F-7AE84B05E5EE}" dt="2026-04-25T17:07:57.264" v="21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07:59.749" v="2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36:11.418" v="30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08:03.140" v="25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36:34.780" v="31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0:49.516" v="93" actId="20577"/>
          <ac:spMkLst>
            <pc:docMk/>
            <pc:sldMk cId="0" sldId="257"/>
            <ac:spMk id="25" creationId="{00000000-0000-0000-0000-000000000000}"/>
          </ac:spMkLst>
        </pc:spChg>
      </pc:sldChg>
      <pc:sldChg chg="addSp delSp modSp">
        <pc:chgData name="ABDUL RAHMAN AL KIYUMI" userId="S::24-0485@student.gutech.edu.om::a231542c-6715-48e0-8d93-b2376ece5ccd" providerId="AD" clId="Web-{782E1903-8DF0-EA32-2D5F-7AE84B05E5EE}" dt="2026-04-25T17:49:42.922" v="239" actId="20577"/>
        <pc:sldMkLst>
          <pc:docMk/>
          <pc:sldMk cId="0" sldId="259"/>
        </pc:sldMkLst>
        <pc:spChg chg="mod">
          <ac:chgData name="ABDUL RAHMAN AL KIYUMI" userId="S::24-0485@student.gutech.edu.om::a231542c-6715-48e0-8d93-b2376ece5ccd" providerId="AD" clId="Web-{782E1903-8DF0-EA32-2D5F-7AE84B05E5EE}" dt="2026-04-25T17:46:30.965" v="165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64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63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62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8:21.889" v="211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1.699" v="166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9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8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7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6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5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4" actId="1410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3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7:05.106" v="188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1" actId="14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50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6:30.965" v="149" actId="1410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7:30.575" v="200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7:30.591" v="201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7:30.607" v="202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7:30.622" v="203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BDUL RAHMAN AL KIYUMI" userId="S::24-0485@student.gutech.edu.om::a231542c-6715-48e0-8d93-b2376ece5ccd" providerId="AD" clId="Web-{782E1903-8DF0-EA32-2D5F-7AE84B05E5EE}" dt="2026-04-25T17:47:30.638" v="204" actId="1076"/>
          <ac:spMkLst>
            <pc:docMk/>
            <pc:sldMk cId="0" sldId="259"/>
            <ac:spMk id="25" creationId="{00000000-0000-0000-0000-000000000000}"/>
          </ac:spMkLst>
        </pc:spChg>
        <pc:spChg chg="add del mod">
          <ac:chgData name="ABDUL RAHMAN AL KIYUMI" userId="S::24-0485@student.gutech.edu.om::a231542c-6715-48e0-8d93-b2376ece5ccd" providerId="AD" clId="Web-{782E1903-8DF0-EA32-2D5F-7AE84B05E5EE}" dt="2026-04-25T17:48:10.233" v="210"/>
          <ac:spMkLst>
            <pc:docMk/>
            <pc:sldMk cId="0" sldId="259"/>
            <ac:spMk id="28" creationId="{8B0B2163-42D0-B121-C534-0BF4E875C33A}"/>
          </ac:spMkLst>
        </pc:spChg>
        <pc:spChg chg="add mod">
          <ac:chgData name="ABDUL RAHMAN AL KIYUMI" userId="S::24-0485@student.gutech.edu.om::a231542c-6715-48e0-8d93-b2376ece5ccd" providerId="AD" clId="Web-{782E1903-8DF0-EA32-2D5F-7AE84B05E5EE}" dt="2026-04-25T17:49:29.453" v="227" actId="14100"/>
          <ac:spMkLst>
            <pc:docMk/>
            <pc:sldMk cId="0" sldId="259"/>
            <ac:spMk id="29" creationId="{61C895EA-76A2-CC81-45B8-AF1B8E402492}"/>
          </ac:spMkLst>
        </pc:spChg>
        <pc:spChg chg="add mod">
          <ac:chgData name="ABDUL RAHMAN AL KIYUMI" userId="S::24-0485@student.gutech.edu.om::a231542c-6715-48e0-8d93-b2376ece5ccd" providerId="AD" clId="Web-{782E1903-8DF0-EA32-2D5F-7AE84B05E5EE}" dt="2026-04-25T17:48:58.327" v="223" actId="1076"/>
          <ac:spMkLst>
            <pc:docMk/>
            <pc:sldMk cId="0" sldId="259"/>
            <ac:spMk id="30" creationId="{D303D37D-2BE7-658C-FC25-5B45CAF57D5A}"/>
          </ac:spMkLst>
        </pc:spChg>
        <pc:spChg chg="add mod">
          <ac:chgData name="ABDUL RAHMAN AL KIYUMI" userId="S::24-0485@student.gutech.edu.om::a231542c-6715-48e0-8d93-b2376ece5ccd" providerId="AD" clId="Web-{782E1903-8DF0-EA32-2D5F-7AE84B05E5EE}" dt="2026-04-25T17:49:42.922" v="239" actId="20577"/>
          <ac:spMkLst>
            <pc:docMk/>
            <pc:sldMk cId="0" sldId="259"/>
            <ac:spMk id="31" creationId="{055ED1A7-736D-3D0F-EECE-C610653E05D1}"/>
          </ac:spMkLst>
        </pc:spChg>
        <pc:spChg chg="add mod">
          <ac:chgData name="ABDUL RAHMAN AL KIYUMI" userId="S::24-0485@student.gutech.edu.om::a231542c-6715-48e0-8d93-b2376ece5ccd" providerId="AD" clId="Web-{782E1903-8DF0-EA32-2D5F-7AE84B05E5EE}" dt="2026-04-25T17:48:58.358" v="225" actId="1076"/>
          <ac:spMkLst>
            <pc:docMk/>
            <pc:sldMk cId="0" sldId="259"/>
            <ac:spMk id="32" creationId="{695BE4D0-73DE-437A-0A66-4C04DC70B3EB}"/>
          </ac:spMkLst>
        </pc:spChg>
      </pc:sldChg>
    </pc:docChg>
  </pc:docChgLst>
  <pc:docChgLst>
    <pc:chgData name="Abdul Rahman Al Brumi" userId="ad7a4929-72f0-4c79-a181-ff34801d5e04" providerId="ADAL" clId="{6BF1211C-3314-4AF3-8C1A-3E479772143E}"/>
    <pc:docChg chg="undo custSel addSld delSld modSld">
      <pc:chgData name="Abdul Rahman Al Brumi" userId="ad7a4929-72f0-4c79-a181-ff34801d5e04" providerId="ADAL" clId="{6BF1211C-3314-4AF3-8C1A-3E479772143E}" dt="2026-04-26T16:11:21.720" v="639" actId="47"/>
      <pc:docMkLst>
        <pc:docMk/>
      </pc:docMkLst>
      <pc:sldChg chg="modSp mod">
        <pc:chgData name="Abdul Rahman Al Brumi" userId="ad7a4929-72f0-4c79-a181-ff34801d5e04" providerId="ADAL" clId="{6BF1211C-3314-4AF3-8C1A-3E479772143E}" dt="2026-04-25T18:15:14.841" v="158" actId="20577"/>
        <pc:sldMkLst>
          <pc:docMk/>
          <pc:sldMk cId="0" sldId="257"/>
        </pc:sldMkLst>
        <pc:spChg chg="mod">
          <ac:chgData name="Abdul Rahman Al Brumi" userId="ad7a4929-72f0-4c79-a181-ff34801d5e04" providerId="ADAL" clId="{6BF1211C-3314-4AF3-8C1A-3E479772143E}" dt="2026-04-25T18:15:14.841" v="158" actId="20577"/>
          <ac:spMkLst>
            <pc:docMk/>
            <pc:sldMk cId="0" sldId="257"/>
            <ac:spMk id="25" creationId="{00000000-0000-0000-0000-000000000000}"/>
          </ac:spMkLst>
        </pc:spChg>
      </pc:sldChg>
      <pc:sldChg chg="addSp delSp modSp mod">
        <pc:chgData name="Abdul Rahman Al Brumi" userId="ad7a4929-72f0-4c79-a181-ff34801d5e04" providerId="ADAL" clId="{6BF1211C-3314-4AF3-8C1A-3E479772143E}" dt="2026-04-25T18:14:16.873" v="157" actId="20577"/>
        <pc:sldMkLst>
          <pc:docMk/>
          <pc:sldMk cId="0" sldId="258"/>
        </pc:sldMkLst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Abdul Rahman Al Brumi" userId="ad7a4929-72f0-4c79-a181-ff34801d5e04" providerId="ADAL" clId="{6BF1211C-3314-4AF3-8C1A-3E479772143E}" dt="2026-04-25T17:35:42.822" v="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bdul Rahman Al Brumi" userId="ad7a4929-72f0-4c79-a181-ff34801d5e04" providerId="ADAL" clId="{6BF1211C-3314-4AF3-8C1A-3E479772143E}" dt="2026-04-25T17:35:57.143" v="4" actId="10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54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55" creationId="{00000000-0000-0000-0000-000000000000}"/>
          </ac:spMkLst>
        </pc:spChg>
        <pc:spChg chg="del">
          <ac:chgData name="Abdul Rahman Al Brumi" userId="ad7a4929-72f0-4c79-a181-ff34801d5e04" providerId="ADAL" clId="{6BF1211C-3314-4AF3-8C1A-3E479772143E}" dt="2026-04-25T17:51:13.002" v="6" actId="478"/>
          <ac:spMkLst>
            <pc:docMk/>
            <pc:sldMk cId="0" sldId="258"/>
            <ac:spMk id="56" creationId="{00000000-0000-0000-0000-000000000000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69" creationId="{57E2420D-6ED1-BC7B-58D0-F1A7AB602A69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77" creationId="{E3A9014B-AA1D-811E-2B70-0C1AFDFE8317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85" creationId="{25115369-4E01-9E65-2690-B24D26AD9A3D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94" creationId="{B2787F05-5F43-32EC-A1F0-EB91FF9D62B1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99" creationId="{57DA21DD-AF27-CCA0-5317-2C885AECA0AD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103" creationId="{4A77CA3E-39AC-8208-24A0-78B969F0FBB8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109" creationId="{1D059B83-5E5A-9A95-F314-3060DF61AD29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117" creationId="{731F1D20-72BB-A9EA-310D-D6454DCD5D93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131" creationId="{91EA34E9-08A7-A5B5-353A-CF8E7BB58FEB}"/>
          </ac:spMkLst>
        </pc:spChg>
        <pc:spChg chg="add mod">
          <ac:chgData name="Abdul Rahman Al Brumi" userId="ad7a4929-72f0-4c79-a181-ff34801d5e04" providerId="ADAL" clId="{6BF1211C-3314-4AF3-8C1A-3E479772143E}" dt="2026-04-25T17:51:06.690" v="5"/>
          <ac:spMkLst>
            <pc:docMk/>
            <pc:sldMk cId="0" sldId="258"/>
            <ac:spMk id="135" creationId="{2DA6D40B-A101-1666-1C91-A0DADF58BE50}"/>
          </ac:spMkLst>
        </pc:spChg>
        <pc:spChg chg="del">
          <ac:chgData name="Abdul Rahman Al Brumi" userId="ad7a4929-72f0-4c79-a181-ff34801d5e04" providerId="ADAL" clId="{6BF1211C-3314-4AF3-8C1A-3E479772143E}" dt="2026-04-25T17:52:20.776" v="11" actId="478"/>
          <ac:spMkLst>
            <pc:docMk/>
            <pc:sldMk cId="0" sldId="258"/>
            <ac:spMk id="149" creationId="{56E6B55A-1812-CC78-798B-8B47AAFD0F2E}"/>
          </ac:spMkLst>
        </pc:spChg>
        <pc:spChg chg="del">
          <ac:chgData name="Abdul Rahman Al Brumi" userId="ad7a4929-72f0-4c79-a181-ff34801d5e04" providerId="ADAL" clId="{6BF1211C-3314-4AF3-8C1A-3E479772143E}" dt="2026-04-25T17:52:20.776" v="11" actId="478"/>
          <ac:spMkLst>
            <pc:docMk/>
            <pc:sldMk cId="0" sldId="258"/>
            <ac:spMk id="150" creationId="{BCF47A20-7733-450B-D004-5A1CC10D3087}"/>
          </ac:spMkLst>
        </pc:spChg>
        <pc:spChg chg="del">
          <ac:chgData name="Abdul Rahman Al Brumi" userId="ad7a4929-72f0-4c79-a181-ff34801d5e04" providerId="ADAL" clId="{6BF1211C-3314-4AF3-8C1A-3E479772143E}" dt="2026-04-25T17:52:20.776" v="11" actId="478"/>
          <ac:spMkLst>
            <pc:docMk/>
            <pc:sldMk cId="0" sldId="258"/>
            <ac:spMk id="151" creationId="{BBDAA70A-F6FC-A5F7-F955-40F12D4AB892}"/>
          </ac:spMkLst>
        </pc:spChg>
        <pc:spChg chg="del">
          <ac:chgData name="Abdul Rahman Al Brumi" userId="ad7a4929-72f0-4c79-a181-ff34801d5e04" providerId="ADAL" clId="{6BF1211C-3314-4AF3-8C1A-3E479772143E}" dt="2026-04-25T17:52:20.776" v="11" actId="478"/>
          <ac:spMkLst>
            <pc:docMk/>
            <pc:sldMk cId="0" sldId="258"/>
            <ac:spMk id="152" creationId="{455C7C7A-1988-C15C-3E5E-191DD8559022}"/>
          </ac:spMkLst>
        </pc:spChg>
        <pc:spChg chg="del">
          <ac:chgData name="Abdul Rahman Al Brumi" userId="ad7a4929-72f0-4c79-a181-ff34801d5e04" providerId="ADAL" clId="{6BF1211C-3314-4AF3-8C1A-3E479772143E}" dt="2026-04-25T17:52:20.776" v="11" actId="478"/>
          <ac:spMkLst>
            <pc:docMk/>
            <pc:sldMk cId="0" sldId="258"/>
            <ac:spMk id="153" creationId="{0932DBF6-4233-C5B6-D208-9880ABCFFDBC}"/>
          </ac:spMkLst>
        </pc:spChg>
        <pc:spChg chg="del">
          <ac:chgData name="Abdul Rahman Al Brumi" userId="ad7a4929-72f0-4c79-a181-ff34801d5e04" providerId="ADAL" clId="{6BF1211C-3314-4AF3-8C1A-3E479772143E}" dt="2026-04-25T17:52:20.776" v="11" actId="478"/>
          <ac:spMkLst>
            <pc:docMk/>
            <pc:sldMk cId="0" sldId="258"/>
            <ac:spMk id="154" creationId="{324958B0-CA45-0E01-33F0-EE73656BCB05}"/>
          </ac:spMkLst>
        </pc:spChg>
        <pc:spChg chg="add del mod">
          <ac:chgData name="Abdul Rahman Al Brumi" userId="ad7a4929-72f0-4c79-a181-ff34801d5e04" providerId="ADAL" clId="{6BF1211C-3314-4AF3-8C1A-3E479772143E}" dt="2026-04-25T17:52:20.776" v="11" actId="478"/>
          <ac:spMkLst>
            <pc:docMk/>
            <pc:sldMk cId="0" sldId="258"/>
            <ac:spMk id="155" creationId="{9EEB3B90-7E30-5B05-35F1-E5564D878765}"/>
          </ac:spMkLst>
        </pc:spChg>
        <pc:spChg chg="del">
          <ac:chgData name="Abdul Rahman Al Brumi" userId="ad7a4929-72f0-4c79-a181-ff34801d5e04" providerId="ADAL" clId="{6BF1211C-3314-4AF3-8C1A-3E479772143E}" dt="2026-04-25T17:52:23.601" v="12" actId="478"/>
          <ac:spMkLst>
            <pc:docMk/>
            <pc:sldMk cId="0" sldId="258"/>
            <ac:spMk id="156" creationId="{D33165A7-4976-F4D0-D960-682F6D972A48}"/>
          </ac:spMkLst>
        </pc:spChg>
        <pc:spChg chg="del">
          <ac:chgData name="Abdul Rahman Al Brumi" userId="ad7a4929-72f0-4c79-a181-ff34801d5e04" providerId="ADAL" clId="{6BF1211C-3314-4AF3-8C1A-3E479772143E}" dt="2026-04-25T17:52:12.926" v="10" actId="478"/>
          <ac:spMkLst>
            <pc:docMk/>
            <pc:sldMk cId="0" sldId="258"/>
            <ac:spMk id="157" creationId="{C0B5D7D0-1133-FB60-DD13-A67E1C240346}"/>
          </ac:spMkLst>
        </pc:spChg>
        <pc:spChg chg="del">
          <ac:chgData name="Abdul Rahman Al Brumi" userId="ad7a4929-72f0-4c79-a181-ff34801d5e04" providerId="ADAL" clId="{6BF1211C-3314-4AF3-8C1A-3E479772143E}" dt="2026-04-25T17:52:12.926" v="10" actId="478"/>
          <ac:spMkLst>
            <pc:docMk/>
            <pc:sldMk cId="0" sldId="258"/>
            <ac:spMk id="158" creationId="{3EC11239-733E-F425-53BE-64A0629B2749}"/>
          </ac:spMkLst>
        </pc:spChg>
        <pc:spChg chg="del">
          <ac:chgData name="Abdul Rahman Al Brumi" userId="ad7a4929-72f0-4c79-a181-ff34801d5e04" providerId="ADAL" clId="{6BF1211C-3314-4AF3-8C1A-3E479772143E}" dt="2026-04-25T17:52:12.926" v="10" actId="478"/>
          <ac:spMkLst>
            <pc:docMk/>
            <pc:sldMk cId="0" sldId="258"/>
            <ac:spMk id="159" creationId="{CAA3911C-E2C0-74C2-2CD8-2C53D4F1B2AD}"/>
          </ac:spMkLst>
        </pc:spChg>
        <pc:spChg chg="del">
          <ac:chgData name="Abdul Rahman Al Brumi" userId="ad7a4929-72f0-4c79-a181-ff34801d5e04" providerId="ADAL" clId="{6BF1211C-3314-4AF3-8C1A-3E479772143E}" dt="2026-04-25T17:52:12.926" v="10" actId="478"/>
          <ac:spMkLst>
            <pc:docMk/>
            <pc:sldMk cId="0" sldId="258"/>
            <ac:spMk id="160" creationId="{BA688E18-C068-8AAE-B295-C33CCB43F1B0}"/>
          </ac:spMkLst>
        </pc:spChg>
        <pc:spChg chg="del">
          <ac:chgData name="Abdul Rahman Al Brumi" userId="ad7a4929-72f0-4c79-a181-ff34801d5e04" providerId="ADAL" clId="{6BF1211C-3314-4AF3-8C1A-3E479772143E}" dt="2026-04-25T17:52:12.926" v="10" actId="478"/>
          <ac:spMkLst>
            <pc:docMk/>
            <pc:sldMk cId="0" sldId="258"/>
            <ac:spMk id="161" creationId="{C14B9371-0A91-EC11-7CC6-CFC3522D022C}"/>
          </ac:spMkLst>
        </pc:spChg>
        <pc:spChg chg="del">
          <ac:chgData name="Abdul Rahman Al Brumi" userId="ad7a4929-72f0-4c79-a181-ff34801d5e04" providerId="ADAL" clId="{6BF1211C-3314-4AF3-8C1A-3E479772143E}" dt="2026-04-25T17:52:12.926" v="10" actId="478"/>
          <ac:spMkLst>
            <pc:docMk/>
            <pc:sldMk cId="0" sldId="258"/>
            <ac:spMk id="162" creationId="{34908E82-D921-C39B-3F01-82AC9F7E3602}"/>
          </ac:spMkLst>
        </pc:spChg>
        <pc:spChg chg="mod">
          <ac:chgData name="Abdul Rahman Al Brumi" userId="ad7a4929-72f0-4c79-a181-ff34801d5e04" providerId="ADAL" clId="{6BF1211C-3314-4AF3-8C1A-3E479772143E}" dt="2026-04-25T18:01:17.661" v="42" actId="1076"/>
          <ac:spMkLst>
            <pc:docMk/>
            <pc:sldMk cId="0" sldId="258"/>
            <ac:spMk id="163" creationId="{3BC004F5-B292-32BF-0AF1-C7386B3E3B9E}"/>
          </ac:spMkLst>
        </pc:spChg>
        <pc:spChg chg="add mod">
          <ac:chgData name="Abdul Rahman Al Brumi" userId="ad7a4929-72f0-4c79-a181-ff34801d5e04" providerId="ADAL" clId="{6BF1211C-3314-4AF3-8C1A-3E479772143E}" dt="2026-04-25T18:09:34.992" v="122" actId="1037"/>
          <ac:spMkLst>
            <pc:docMk/>
            <pc:sldMk cId="0" sldId="258"/>
            <ac:spMk id="166" creationId="{FA484CB3-FC1B-3E42-6578-4709CFE6BABE}"/>
          </ac:spMkLst>
        </pc:spChg>
        <pc:spChg chg="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167" creationId="{C0F48B8B-2ACA-D88D-A6A2-FBAF44CA891B}"/>
          </ac:spMkLst>
        </pc:spChg>
        <pc:spChg chg="add mod">
          <ac:chgData name="Abdul Rahman Al Brumi" userId="ad7a4929-72f0-4c79-a181-ff34801d5e04" providerId="ADAL" clId="{6BF1211C-3314-4AF3-8C1A-3E479772143E}" dt="2026-04-25T17:51:29.793" v="8" actId="1076"/>
          <ac:spMkLst>
            <pc:docMk/>
            <pc:sldMk cId="0" sldId="258"/>
            <ac:spMk id="168" creationId="{45123500-BACB-CA1C-9135-4494DA13C2A0}"/>
          </ac:spMkLst>
        </pc:spChg>
        <pc:spChg chg="mod">
          <ac:chgData name="Abdul Rahman Al Brumi" userId="ad7a4929-72f0-4c79-a181-ff34801d5e04" providerId="ADAL" clId="{6BF1211C-3314-4AF3-8C1A-3E479772143E}" dt="2026-04-25T18:01:22.915" v="43" actId="20577"/>
          <ac:spMkLst>
            <pc:docMk/>
            <pc:sldMk cId="0" sldId="258"/>
            <ac:spMk id="169" creationId="{151EFEE3-5C68-BF4B-5CBA-9CC69DF190C4}"/>
          </ac:spMkLst>
        </pc:spChg>
        <pc:spChg chg="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174" creationId="{C16DCBA8-59E7-7107-2E92-01DBEB1326CA}"/>
          </ac:spMkLst>
        </pc:spChg>
        <pc:spChg chg="add mod">
          <ac:chgData name="Abdul Rahman Al Brumi" userId="ad7a4929-72f0-4c79-a181-ff34801d5e04" providerId="ADAL" clId="{6BF1211C-3314-4AF3-8C1A-3E479772143E}" dt="2026-04-25T17:51:29.793" v="8" actId="1076"/>
          <ac:spMkLst>
            <pc:docMk/>
            <pc:sldMk cId="0" sldId="258"/>
            <ac:spMk id="175" creationId="{64346C12-AA62-41F4-63E3-43ACEFED09AE}"/>
          </ac:spMkLst>
        </pc:spChg>
        <pc:spChg chg="add mod">
          <ac:chgData name="Abdul Rahman Al Brumi" userId="ad7a4929-72f0-4c79-a181-ff34801d5e04" providerId="ADAL" clId="{6BF1211C-3314-4AF3-8C1A-3E479772143E}" dt="2026-04-25T17:52:32.414" v="38" actId="1035"/>
          <ac:spMkLst>
            <pc:docMk/>
            <pc:sldMk cId="0" sldId="258"/>
            <ac:spMk id="177" creationId="{9F8BD20B-44B8-92EA-834D-9AED1DD3F7D4}"/>
          </ac:spMkLst>
        </pc:spChg>
        <pc:spChg chg="mod">
          <ac:chgData name="Abdul Rahman Al Brumi" userId="ad7a4929-72f0-4c79-a181-ff34801d5e04" providerId="ADAL" clId="{6BF1211C-3314-4AF3-8C1A-3E479772143E}" dt="2026-04-25T17:52:32.414" v="38" actId="1035"/>
          <ac:spMkLst>
            <pc:docMk/>
            <pc:sldMk cId="0" sldId="258"/>
            <ac:spMk id="178" creationId="{B5BC554E-AAA3-3A24-256B-CFFF64614D52}"/>
          </ac:spMkLst>
        </pc:spChg>
        <pc:spChg chg="add 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180" creationId="{6788510F-EFC4-7239-0794-B46EDFB9A550}"/>
          </ac:spMkLst>
        </pc:spChg>
        <pc:spChg chg="mod">
          <ac:chgData name="Abdul Rahman Al Brumi" userId="ad7a4929-72f0-4c79-a181-ff34801d5e04" providerId="ADAL" clId="{6BF1211C-3314-4AF3-8C1A-3E479772143E}" dt="2026-04-25T18:09:20.232" v="112" actId="121"/>
          <ac:spMkLst>
            <pc:docMk/>
            <pc:sldMk cId="0" sldId="258"/>
            <ac:spMk id="181" creationId="{E17C6E4B-8941-5258-3128-4C238E9CE4E4}"/>
          </ac:spMkLst>
        </pc:spChg>
        <pc:spChg chg="mod">
          <ac:chgData name="Abdul Rahman Al Brumi" userId="ad7a4929-72f0-4c79-a181-ff34801d5e04" providerId="ADAL" clId="{6BF1211C-3314-4AF3-8C1A-3E479772143E}" dt="2026-04-25T18:01:30.030" v="58" actId="20577"/>
          <ac:spMkLst>
            <pc:docMk/>
            <pc:sldMk cId="0" sldId="258"/>
            <ac:spMk id="183" creationId="{A39D96C2-6928-77CD-A8DA-2026263E85C4}"/>
          </ac:spMkLst>
        </pc:spChg>
        <pc:spChg chg="mod">
          <ac:chgData name="Abdul Rahman Al Brumi" userId="ad7a4929-72f0-4c79-a181-ff34801d5e04" providerId="ADAL" clId="{6BF1211C-3314-4AF3-8C1A-3E479772143E}" dt="2026-04-25T17:52:32.414" v="38" actId="1035"/>
          <ac:spMkLst>
            <pc:docMk/>
            <pc:sldMk cId="0" sldId="258"/>
            <ac:spMk id="184" creationId="{E55F22ED-3B7D-E02C-5AB7-5395416CC051}"/>
          </ac:spMkLst>
        </pc:spChg>
        <pc:spChg chg="mod">
          <ac:chgData name="Abdul Rahman Al Brumi" userId="ad7a4929-72f0-4c79-a181-ff34801d5e04" providerId="ADAL" clId="{6BF1211C-3314-4AF3-8C1A-3E479772143E}" dt="2026-04-25T18:09:35.230" v="123" actId="122"/>
          <ac:spMkLst>
            <pc:docMk/>
            <pc:sldMk cId="0" sldId="258"/>
            <ac:spMk id="187" creationId="{A98AE5BF-332C-8A35-42CF-5A847AF8554D}"/>
          </ac:spMkLst>
        </pc:spChg>
        <pc:spChg chg="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188" creationId="{B0BEB5FF-AEBB-C222-14B9-4C9B0EC7DCAA}"/>
          </ac:spMkLst>
        </pc:spChg>
        <pc:spChg chg="add mod">
          <ac:chgData name="Abdul Rahman Al Brumi" userId="ad7a4929-72f0-4c79-a181-ff34801d5e04" providerId="ADAL" clId="{6BF1211C-3314-4AF3-8C1A-3E479772143E}" dt="2026-04-25T17:51:29.793" v="8" actId="1076"/>
          <ac:spMkLst>
            <pc:docMk/>
            <pc:sldMk cId="0" sldId="258"/>
            <ac:spMk id="192" creationId="{8C784355-2220-8CF9-FBD1-AD15DEA274CF}"/>
          </ac:spMkLst>
        </pc:spChg>
        <pc:spChg chg="add mod">
          <ac:chgData name="Abdul Rahman Al Brumi" userId="ad7a4929-72f0-4c79-a181-ff34801d5e04" providerId="ADAL" clId="{6BF1211C-3314-4AF3-8C1A-3E479772143E}" dt="2026-04-25T17:51:29.793" v="8" actId="1076"/>
          <ac:spMkLst>
            <pc:docMk/>
            <pc:sldMk cId="0" sldId="258"/>
            <ac:spMk id="194" creationId="{154E2F67-823A-718C-EB87-100F58272D2A}"/>
          </ac:spMkLst>
        </pc:spChg>
        <pc:spChg chg="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195" creationId="{D4D42A5D-DB4B-4D27-4262-0F989DEF7265}"/>
          </ac:spMkLst>
        </pc:spChg>
        <pc:spChg chg="mod">
          <ac:chgData name="Abdul Rahman Al Brumi" userId="ad7a4929-72f0-4c79-a181-ff34801d5e04" providerId="ADAL" clId="{6BF1211C-3314-4AF3-8C1A-3E479772143E}" dt="2026-04-25T17:52:32.414" v="38" actId="1035"/>
          <ac:spMkLst>
            <pc:docMk/>
            <pc:sldMk cId="0" sldId="258"/>
            <ac:spMk id="196" creationId="{F748C4E0-1034-7D87-44D9-B0F6CB4E4BBB}"/>
          </ac:spMkLst>
        </pc:spChg>
        <pc:spChg chg="mod">
          <ac:chgData name="Abdul Rahman Al Brumi" userId="ad7a4929-72f0-4c79-a181-ff34801d5e04" providerId="ADAL" clId="{6BF1211C-3314-4AF3-8C1A-3E479772143E}" dt="2026-04-25T17:52:32.414" v="38" actId="1035"/>
          <ac:spMkLst>
            <pc:docMk/>
            <pc:sldMk cId="0" sldId="258"/>
            <ac:spMk id="198" creationId="{02AA76BF-C81E-B7C0-15E0-E917298CD3C5}"/>
          </ac:spMkLst>
        </pc:spChg>
        <pc:spChg chg="add mod">
          <ac:chgData name="Abdul Rahman Al Brumi" userId="ad7a4929-72f0-4c79-a181-ff34801d5e04" providerId="ADAL" clId="{6BF1211C-3314-4AF3-8C1A-3E479772143E}" dt="2026-04-25T17:51:29.793" v="8" actId="1076"/>
          <ac:spMkLst>
            <pc:docMk/>
            <pc:sldMk cId="0" sldId="258"/>
            <ac:spMk id="200" creationId="{627E7640-B82D-CC9A-5DFE-46E5363E7B98}"/>
          </ac:spMkLst>
        </pc:spChg>
        <pc:spChg chg="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202" creationId="{DCF91D5A-FB12-4781-FC8C-7708D04D4B4E}"/>
          </ac:spMkLst>
        </pc:spChg>
        <pc:spChg chg="add mod">
          <ac:chgData name="Abdul Rahman Al Brumi" userId="ad7a4929-72f0-4c79-a181-ff34801d5e04" providerId="ADAL" clId="{6BF1211C-3314-4AF3-8C1A-3E479772143E}" dt="2026-04-25T18:07:05.621" v="60" actId="1076"/>
          <ac:spMkLst>
            <pc:docMk/>
            <pc:sldMk cId="0" sldId="258"/>
            <ac:spMk id="205" creationId="{EDD6BD28-1880-1CA3-F8D5-9A0C8464722B}"/>
          </ac:spMkLst>
        </pc:spChg>
        <pc:spChg chg="mod">
          <ac:chgData name="Abdul Rahman Al Brumi" userId="ad7a4929-72f0-4c79-a181-ff34801d5e04" providerId="ADAL" clId="{6BF1211C-3314-4AF3-8C1A-3E479772143E}" dt="2026-04-25T17:52:32.414" v="38" actId="1035"/>
          <ac:spMkLst>
            <pc:docMk/>
            <pc:sldMk cId="0" sldId="258"/>
            <ac:spMk id="206" creationId="{33997885-E4A5-668C-61A8-C6F2EA72FA53}"/>
          </ac:spMkLst>
        </pc:spChg>
        <pc:spChg chg="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208" creationId="{6433F728-DAB6-DF90-B0D0-8912264E11EE}"/>
          </ac:spMkLst>
        </pc:spChg>
        <pc:spChg chg="mod">
          <ac:chgData name="Abdul Rahman Al Brumi" userId="ad7a4929-72f0-4c79-a181-ff34801d5e04" providerId="ADAL" clId="{6BF1211C-3314-4AF3-8C1A-3E479772143E}" dt="2026-04-25T18:09:20.232" v="112" actId="121"/>
          <ac:spMkLst>
            <pc:docMk/>
            <pc:sldMk cId="0" sldId="258"/>
            <ac:spMk id="209" creationId="{DE4055D6-6624-9AC6-1D41-D7021EE3DAD4}"/>
          </ac:spMkLst>
        </pc:spChg>
        <pc:spChg chg="mod">
          <ac:chgData name="Abdul Rahman Al Brumi" userId="ad7a4929-72f0-4c79-a181-ff34801d5e04" providerId="ADAL" clId="{6BF1211C-3314-4AF3-8C1A-3E479772143E}" dt="2026-04-25T18:14:10.914" v="155" actId="108"/>
          <ac:spMkLst>
            <pc:docMk/>
            <pc:sldMk cId="0" sldId="258"/>
            <ac:spMk id="211" creationId="{5F45A089-B65D-B964-56E0-70C9D11E74D1}"/>
          </ac:spMkLst>
        </pc:spChg>
        <pc:spChg chg="mod">
          <ac:chgData name="Abdul Rahman Al Brumi" userId="ad7a4929-72f0-4c79-a181-ff34801d5e04" providerId="ADAL" clId="{6BF1211C-3314-4AF3-8C1A-3E479772143E}" dt="2026-04-25T17:52:32.414" v="38" actId="1035"/>
          <ac:spMkLst>
            <pc:docMk/>
            <pc:sldMk cId="0" sldId="258"/>
            <ac:spMk id="212" creationId="{1E5E555C-4156-5104-C556-9AACE081B9A6}"/>
          </ac:spMkLst>
        </pc:spChg>
        <pc:spChg chg="mod">
          <ac:chgData name="Abdul Rahman Al Brumi" userId="ad7a4929-72f0-4c79-a181-ff34801d5e04" providerId="ADAL" clId="{6BF1211C-3314-4AF3-8C1A-3E479772143E}" dt="2026-04-25T17:52:32.414" v="38" actId="1035"/>
          <ac:spMkLst>
            <pc:docMk/>
            <pc:sldMk cId="0" sldId="258"/>
            <ac:spMk id="213" creationId="{748E07D7-A1B9-AF4B-2845-8F0F1D3BDD85}"/>
          </ac:spMkLst>
        </pc:spChg>
        <pc:spChg chg="mod">
          <ac:chgData name="Abdul Rahman Al Brumi" userId="ad7a4929-72f0-4c79-a181-ff34801d5e04" providerId="ADAL" clId="{6BF1211C-3314-4AF3-8C1A-3E479772143E}" dt="2026-04-25T18:09:35.230" v="123" actId="122"/>
          <ac:spMkLst>
            <pc:docMk/>
            <pc:sldMk cId="0" sldId="258"/>
            <ac:spMk id="215" creationId="{6DFF1F2A-18FE-623D-8EFF-9EF49170D87F}"/>
          </ac:spMkLst>
        </pc:spChg>
        <pc:spChg chg="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216" creationId="{1EE81A68-E126-BF5B-339F-90DB0241AB1D}"/>
          </ac:spMkLst>
        </pc:spChg>
        <pc:spChg chg="mod">
          <ac:chgData name="Abdul Rahman Al Brumi" userId="ad7a4929-72f0-4c79-a181-ff34801d5e04" providerId="ADAL" clId="{6BF1211C-3314-4AF3-8C1A-3E479772143E}" dt="2026-04-25T18:14:16.873" v="157" actId="20577"/>
          <ac:spMkLst>
            <pc:docMk/>
            <pc:sldMk cId="0" sldId="258"/>
            <ac:spMk id="218" creationId="{8E2B3A9C-DEC1-9D41-F685-2A6504C58E1B}"/>
          </ac:spMkLst>
        </pc:spChg>
        <pc:spChg chg="mod">
          <ac:chgData name="Abdul Rahman Al Brumi" userId="ad7a4929-72f0-4c79-a181-ff34801d5e04" providerId="ADAL" clId="{6BF1211C-3314-4AF3-8C1A-3E479772143E}" dt="2026-04-25T18:09:35.491" v="124" actId="1037"/>
          <ac:spMkLst>
            <pc:docMk/>
            <pc:sldMk cId="0" sldId="258"/>
            <ac:spMk id="222" creationId="{EEFFE34E-B1D9-0AA5-E42B-4F3432571E58}"/>
          </ac:spMkLst>
        </pc:spChg>
        <pc:spChg chg="mod">
          <ac:chgData name="Abdul Rahman Al Brumi" userId="ad7a4929-72f0-4c79-a181-ff34801d5e04" providerId="ADAL" clId="{6BF1211C-3314-4AF3-8C1A-3E479772143E}" dt="2026-04-25T18:09:20.232" v="112" actId="121"/>
          <ac:spMkLst>
            <pc:docMk/>
            <pc:sldMk cId="0" sldId="258"/>
            <ac:spMk id="223" creationId="{BF33E509-F1B7-A3EB-5025-E0B6ADE0A22F}"/>
          </ac:spMkLst>
        </pc:spChg>
        <pc:spChg chg="mod">
          <ac:chgData name="Abdul Rahman Al Brumi" userId="ad7a4929-72f0-4c79-a181-ff34801d5e04" providerId="ADAL" clId="{6BF1211C-3314-4AF3-8C1A-3E479772143E}" dt="2026-04-25T18:09:53.083" v="153" actId="20577"/>
          <ac:spMkLst>
            <pc:docMk/>
            <pc:sldMk cId="0" sldId="258"/>
            <ac:spMk id="225" creationId="{CEACCD67-30A4-C59B-3388-56CD9D79E6CB}"/>
          </ac:spMkLst>
        </pc:spChg>
        <pc:spChg chg="mod">
          <ac:chgData name="Abdul Rahman Al Brumi" userId="ad7a4929-72f0-4c79-a181-ff34801d5e04" providerId="ADAL" clId="{6BF1211C-3314-4AF3-8C1A-3E479772143E}" dt="2026-04-25T17:51:37.254" v="9" actId="1076"/>
          <ac:spMkLst>
            <pc:docMk/>
            <pc:sldMk cId="0" sldId="258"/>
            <ac:spMk id="226" creationId="{2643F9AC-84DF-F28E-3BEB-555A5DDD15E0}"/>
          </ac:spMkLst>
        </pc:spChg>
      </pc:sldChg>
      <pc:sldChg chg="modSp mod">
        <pc:chgData name="Abdul Rahman Al Brumi" userId="ad7a4929-72f0-4c79-a181-ff34801d5e04" providerId="ADAL" clId="{6BF1211C-3314-4AF3-8C1A-3E479772143E}" dt="2026-04-25T18:22:54.527" v="163" actId="20577"/>
        <pc:sldMkLst>
          <pc:docMk/>
          <pc:sldMk cId="0" sldId="259"/>
        </pc:sldMkLst>
        <pc:spChg chg="mod">
          <ac:chgData name="Abdul Rahman Al Brumi" userId="ad7a4929-72f0-4c79-a181-ff34801d5e04" providerId="ADAL" clId="{6BF1211C-3314-4AF3-8C1A-3E479772143E}" dt="2026-04-25T18:22:54.527" v="163" actId="20577"/>
          <ac:spMkLst>
            <pc:docMk/>
            <pc:sldMk cId="0" sldId="259"/>
            <ac:spMk id="94" creationId="{00000000-0000-0000-0000-000000000000}"/>
          </ac:spMkLst>
        </pc:spChg>
      </pc:sldChg>
      <pc:sldChg chg="del">
        <pc:chgData name="Abdul Rahman Al Brumi" userId="ad7a4929-72f0-4c79-a181-ff34801d5e04" providerId="ADAL" clId="{6BF1211C-3314-4AF3-8C1A-3E479772143E}" dt="2026-04-26T15:32:44.671" v="377" actId="47"/>
        <pc:sldMkLst>
          <pc:docMk/>
          <pc:sldMk cId="0" sldId="260"/>
        </pc:sldMkLst>
      </pc:sldChg>
      <pc:sldChg chg="modSp del mod">
        <pc:chgData name="Abdul Rahman Al Brumi" userId="ad7a4929-72f0-4c79-a181-ff34801d5e04" providerId="ADAL" clId="{6BF1211C-3314-4AF3-8C1A-3E479772143E}" dt="2026-04-26T16:11:21.720" v="639" actId="47"/>
        <pc:sldMkLst>
          <pc:docMk/>
          <pc:sldMk cId="0" sldId="261"/>
        </pc:sldMkLst>
        <pc:spChg chg="mod">
          <ac:chgData name="Abdul Rahman Al Brumi" userId="ad7a4929-72f0-4c79-a181-ff34801d5e04" providerId="ADAL" clId="{6BF1211C-3314-4AF3-8C1A-3E479772143E}" dt="2026-04-26T16:09:34.949" v="593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bdul Rahman Al Brumi" userId="ad7a4929-72f0-4c79-a181-ff34801d5e04" providerId="ADAL" clId="{6BF1211C-3314-4AF3-8C1A-3E479772143E}" dt="2026-04-25T18:26:43.839" v="166" actId="20577"/>
          <ac:spMkLst>
            <pc:docMk/>
            <pc:sldMk cId="0" sldId="261"/>
            <ac:spMk id="63" creationId="{00000000-0000-0000-0000-000000000000}"/>
          </ac:spMkLst>
        </pc:spChg>
      </pc:sldChg>
      <pc:sldChg chg="addSp delSp modSp add mod">
        <pc:chgData name="Abdul Rahman Al Brumi" userId="ad7a4929-72f0-4c79-a181-ff34801d5e04" providerId="ADAL" clId="{6BF1211C-3314-4AF3-8C1A-3E479772143E}" dt="2026-04-26T15:32:28.993" v="376" actId="1037"/>
        <pc:sldMkLst>
          <pc:docMk/>
          <pc:sldMk cId="709640172" sldId="262"/>
        </pc:sldMkLst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9" creationId="{BFFCB504-B94F-0AED-9F6A-8AA56F360D0B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15" creationId="{EC3947F9-ECBC-9A8C-F3FE-848245E48841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16" creationId="{058149CE-6C75-0060-6E9D-24DA80485070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18" creationId="{195B1145-19A2-74F8-C382-A4B97D70559A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23" creationId="{CCBBB295-CFD4-AA91-031F-698179C39567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25" creationId="{FA801F80-AAF6-D749-19B0-B79940F78B0D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26" creationId="{7C10A1D3-54D8-3D7B-3C9B-4470F6F19B1A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31" creationId="{6B978DEC-A725-A02A-B883-6FC92C536094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33" creationId="{6F99E09F-0309-0DC1-A794-30C75D48D896}"/>
          </ac:spMkLst>
        </pc:spChg>
        <pc:spChg chg="del">
          <ac:chgData name="Abdul Rahman Al Brumi" userId="ad7a4929-72f0-4c79-a181-ff34801d5e04" providerId="ADAL" clId="{6BF1211C-3314-4AF3-8C1A-3E479772143E}" dt="2026-04-26T15:25:39.235" v="168" actId="478"/>
          <ac:spMkLst>
            <pc:docMk/>
            <pc:sldMk cId="709640172" sldId="262"/>
            <ac:spMk id="35" creationId="{93B53C16-5154-1053-5155-498A1905A2BB}"/>
          </ac:spMkLst>
        </pc:spChg>
        <pc:spChg chg="add mod">
          <ac:chgData name="Abdul Rahman Al Brumi" userId="ad7a4929-72f0-4c79-a181-ff34801d5e04" providerId="ADAL" clId="{6BF1211C-3314-4AF3-8C1A-3E479772143E}" dt="2026-04-26T15:26:08.533" v="190" actId="1037"/>
          <ac:spMkLst>
            <pc:docMk/>
            <pc:sldMk cId="709640172" sldId="262"/>
            <ac:spMk id="36" creationId="{14A1BB6F-8E01-54E5-8A87-9BD17319C68A}"/>
          </ac:spMkLst>
        </pc:spChg>
        <pc:spChg chg="add mod">
          <ac:chgData name="Abdul Rahman Al Brumi" userId="ad7a4929-72f0-4c79-a181-ff34801d5e04" providerId="ADAL" clId="{6BF1211C-3314-4AF3-8C1A-3E479772143E}" dt="2026-04-26T15:26:08.533" v="190" actId="1037"/>
          <ac:spMkLst>
            <pc:docMk/>
            <pc:sldMk cId="709640172" sldId="262"/>
            <ac:spMk id="40" creationId="{161BEC62-9932-0398-66BE-A529C58CEDE5}"/>
          </ac:spMkLst>
        </pc:spChg>
        <pc:spChg chg="add mod">
          <ac:chgData name="Abdul Rahman Al Brumi" userId="ad7a4929-72f0-4c79-a181-ff34801d5e04" providerId="ADAL" clId="{6BF1211C-3314-4AF3-8C1A-3E479772143E}" dt="2026-04-26T15:26:08.533" v="190" actId="1037"/>
          <ac:spMkLst>
            <pc:docMk/>
            <pc:sldMk cId="709640172" sldId="262"/>
            <ac:spMk id="41" creationId="{2CBF121A-8818-3126-2939-62ECCA7BCC38}"/>
          </ac:spMkLst>
        </pc:spChg>
        <pc:spChg chg="add mod">
          <ac:chgData name="Abdul Rahman Al Brumi" userId="ad7a4929-72f0-4c79-a181-ff34801d5e04" providerId="ADAL" clId="{6BF1211C-3314-4AF3-8C1A-3E479772143E}" dt="2026-04-26T15:26:08.533" v="190" actId="1037"/>
          <ac:spMkLst>
            <pc:docMk/>
            <pc:sldMk cId="709640172" sldId="262"/>
            <ac:spMk id="43" creationId="{C1EA4B89-7C99-6FD4-38F6-E3C8B6F22988}"/>
          </ac:spMkLst>
        </pc:spChg>
        <pc:spChg chg="mod">
          <ac:chgData name="Abdul Rahman Al Brumi" userId="ad7a4929-72f0-4c79-a181-ff34801d5e04" providerId="ADAL" clId="{6BF1211C-3314-4AF3-8C1A-3E479772143E}" dt="2026-04-26T15:26:23.037" v="193" actId="20577"/>
          <ac:spMkLst>
            <pc:docMk/>
            <pc:sldMk cId="709640172" sldId="262"/>
            <ac:spMk id="47" creationId="{A97D2CFB-FB54-42D2-1E9B-2A130F2F1F1C}"/>
          </ac:spMkLst>
        </pc:spChg>
        <pc:spChg chg="add mod">
          <ac:chgData name="Abdul Rahman Al Brumi" userId="ad7a4929-72f0-4c79-a181-ff34801d5e04" providerId="ADAL" clId="{6BF1211C-3314-4AF3-8C1A-3E479772143E}" dt="2026-04-26T15:26:08.533" v="190" actId="1037"/>
          <ac:spMkLst>
            <pc:docMk/>
            <pc:sldMk cId="709640172" sldId="262"/>
            <ac:spMk id="49" creationId="{D473972A-E737-8CAE-FB2C-794C97B0BF50}"/>
          </ac:spMkLst>
        </pc:spChg>
        <pc:spChg chg="add mod">
          <ac:chgData name="Abdul Rahman Al Brumi" userId="ad7a4929-72f0-4c79-a181-ff34801d5e04" providerId="ADAL" clId="{6BF1211C-3314-4AF3-8C1A-3E479772143E}" dt="2026-04-26T15:26:08.533" v="190" actId="1037"/>
          <ac:spMkLst>
            <pc:docMk/>
            <pc:sldMk cId="709640172" sldId="262"/>
            <ac:spMk id="51" creationId="{CDC7F381-EAD0-462C-1B64-555B57A9DBCC}"/>
          </ac:spMkLst>
        </pc:spChg>
        <pc:spChg chg="del">
          <ac:chgData name="Abdul Rahman Al Brumi" userId="ad7a4929-72f0-4c79-a181-ff34801d5e04" providerId="ADAL" clId="{6BF1211C-3314-4AF3-8C1A-3E479772143E}" dt="2026-04-26T15:26:38.725" v="194" actId="478"/>
          <ac:spMkLst>
            <pc:docMk/>
            <pc:sldMk cId="709640172" sldId="262"/>
            <ac:spMk id="53" creationId="{A0862447-A01E-17FC-58AE-F2FB3FECB0FA}"/>
          </ac:spMkLst>
        </pc:spChg>
        <pc:spChg chg="mod">
          <ac:chgData name="Abdul Rahman Al Brumi" userId="ad7a4929-72f0-4c79-a181-ff34801d5e04" providerId="ADAL" clId="{6BF1211C-3314-4AF3-8C1A-3E479772143E}" dt="2026-04-26T15:28:05.387" v="204" actId="1076"/>
          <ac:spMkLst>
            <pc:docMk/>
            <pc:sldMk cId="709640172" sldId="262"/>
            <ac:spMk id="58" creationId="{CCEFAF5D-5E84-E314-00CF-C4A1D1FB8DEB}"/>
          </ac:spMkLst>
        </pc:spChg>
        <pc:spChg chg="add del mod">
          <ac:chgData name="Abdul Rahman Al Brumi" userId="ad7a4929-72f0-4c79-a181-ff34801d5e04" providerId="ADAL" clId="{6BF1211C-3314-4AF3-8C1A-3E479772143E}" dt="2026-04-26T15:26:44.420" v="195" actId="478"/>
          <ac:spMkLst>
            <pc:docMk/>
            <pc:sldMk cId="709640172" sldId="262"/>
            <ac:spMk id="61" creationId="{0727723D-79A1-93E7-981C-B37D82BC9F4C}"/>
          </ac:spMkLst>
        </pc:spChg>
        <pc:spChg chg="add mod">
          <ac:chgData name="Abdul Rahman Al Brumi" userId="ad7a4929-72f0-4c79-a181-ff34801d5e04" providerId="ADAL" clId="{6BF1211C-3314-4AF3-8C1A-3E479772143E}" dt="2026-04-26T15:26:08.533" v="190" actId="1037"/>
          <ac:spMkLst>
            <pc:docMk/>
            <pc:sldMk cId="709640172" sldId="262"/>
            <ac:spMk id="64" creationId="{56453C1E-D3B6-4BD3-A36E-F923238C55EF}"/>
          </ac:spMkLst>
        </pc:spChg>
        <pc:spChg chg="add mod">
          <ac:chgData name="Abdul Rahman Al Brumi" userId="ad7a4929-72f0-4c79-a181-ff34801d5e04" providerId="ADAL" clId="{6BF1211C-3314-4AF3-8C1A-3E479772143E}" dt="2026-04-26T15:26:08.533" v="190" actId="1037"/>
          <ac:spMkLst>
            <pc:docMk/>
            <pc:sldMk cId="709640172" sldId="262"/>
            <ac:spMk id="65" creationId="{98DE5F8A-8E38-76FA-9917-72DE73C77475}"/>
          </ac:spMkLst>
        </pc:spChg>
        <pc:spChg chg="mod">
          <ac:chgData name="Abdul Rahman Al Brumi" userId="ad7a4929-72f0-4c79-a181-ff34801d5e04" providerId="ADAL" clId="{6BF1211C-3314-4AF3-8C1A-3E479772143E}" dt="2026-04-26T15:32:01.129" v="270" actId="1036"/>
          <ac:spMkLst>
            <pc:docMk/>
            <pc:sldMk cId="709640172" sldId="262"/>
            <ac:spMk id="66" creationId="{DA5FEDF3-5140-7FF4-CE6A-DA68708E3403}"/>
          </ac:spMkLst>
        </pc:spChg>
        <pc:spChg chg="mod">
          <ac:chgData name="Abdul Rahman Al Brumi" userId="ad7a4929-72f0-4c79-a181-ff34801d5e04" providerId="ADAL" clId="{6BF1211C-3314-4AF3-8C1A-3E479772143E}" dt="2026-04-26T15:32:12.459" v="300" actId="1035"/>
          <ac:spMkLst>
            <pc:docMk/>
            <pc:sldMk cId="709640172" sldId="262"/>
            <ac:spMk id="67" creationId="{1C4D2068-05F2-ED48-BA98-44469A5D8D1C}"/>
          </ac:spMkLst>
        </pc:spChg>
        <pc:spChg chg="mod">
          <ac:chgData name="Abdul Rahman Al Brumi" userId="ad7a4929-72f0-4c79-a181-ff34801d5e04" providerId="ADAL" clId="{6BF1211C-3314-4AF3-8C1A-3E479772143E}" dt="2026-04-26T15:32:01.129" v="270" actId="1036"/>
          <ac:spMkLst>
            <pc:docMk/>
            <pc:sldMk cId="709640172" sldId="262"/>
            <ac:spMk id="68" creationId="{D4B4CCDC-167D-4259-D9C2-46F3370345E0}"/>
          </ac:spMkLst>
        </pc:spChg>
        <pc:spChg chg="add mod">
          <ac:chgData name="Abdul Rahman Al Brumi" userId="ad7a4929-72f0-4c79-a181-ff34801d5e04" providerId="ADAL" clId="{6BF1211C-3314-4AF3-8C1A-3E479772143E}" dt="2026-04-26T15:32:12.459" v="300" actId="1035"/>
          <ac:spMkLst>
            <pc:docMk/>
            <pc:sldMk cId="709640172" sldId="262"/>
            <ac:spMk id="69" creationId="{09D7CB19-C6B1-F080-28B9-64A96E6A6FC0}"/>
          </ac:spMkLst>
        </pc:spChg>
        <pc:spChg chg="mod">
          <ac:chgData name="Abdul Rahman Al Brumi" userId="ad7a4929-72f0-4c79-a181-ff34801d5e04" providerId="ADAL" clId="{6BF1211C-3314-4AF3-8C1A-3E479772143E}" dt="2026-04-26T15:32:06.458" v="285" actId="1036"/>
          <ac:spMkLst>
            <pc:docMk/>
            <pc:sldMk cId="709640172" sldId="262"/>
            <ac:spMk id="70" creationId="{1E0F7E25-BF14-4505-430F-F344E21DEAE1}"/>
          </ac:spMkLst>
        </pc:spChg>
        <pc:spChg chg="mod">
          <ac:chgData name="Abdul Rahman Al Brumi" userId="ad7a4929-72f0-4c79-a181-ff34801d5e04" providerId="ADAL" clId="{6BF1211C-3314-4AF3-8C1A-3E479772143E}" dt="2026-04-26T15:32:01.129" v="270" actId="1036"/>
          <ac:spMkLst>
            <pc:docMk/>
            <pc:sldMk cId="709640172" sldId="262"/>
            <ac:spMk id="71" creationId="{D40C9D2A-30C2-DEFD-5B64-0ACE0F1C80A8}"/>
          </ac:spMkLst>
        </pc:spChg>
        <pc:spChg chg="del">
          <ac:chgData name="Abdul Rahman Al Brumi" userId="ad7a4929-72f0-4c79-a181-ff34801d5e04" providerId="ADAL" clId="{6BF1211C-3314-4AF3-8C1A-3E479772143E}" dt="2026-04-26T15:26:52.950" v="196" actId="478"/>
          <ac:spMkLst>
            <pc:docMk/>
            <pc:sldMk cId="709640172" sldId="262"/>
            <ac:spMk id="72" creationId="{50D9B7DB-B1F8-050B-69F3-816BAABEC70A}"/>
          </ac:spMkLst>
        </pc:spChg>
        <pc:spChg chg="add del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73" creationId="{D130674B-D3A6-8FA2-0A11-50F4D86B7841}"/>
          </ac:spMkLst>
        </pc:spChg>
        <pc:spChg chg="add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74" creationId="{792AA342-A8C8-4F1A-7176-D3123EA043D4}"/>
          </ac:spMkLst>
        </pc:spChg>
        <pc:spChg chg="add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75" creationId="{5D142DC7-4C8A-41C2-3152-DF16976BF290}"/>
          </ac:spMkLst>
        </pc:spChg>
        <pc:spChg chg="add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76" creationId="{1E275214-8DE2-1A76-DA6C-DDE99C8F61EC}"/>
          </ac:spMkLst>
        </pc:spChg>
        <pc:spChg chg="add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77" creationId="{3AB9A806-9DC7-9E07-07D1-603A77EE2D67}"/>
          </ac:spMkLst>
        </pc:spChg>
        <pc:spChg chg="add mod">
          <ac:chgData name="Abdul Rahman Al Brumi" userId="ad7a4929-72f0-4c79-a181-ff34801d5e04" providerId="ADAL" clId="{6BF1211C-3314-4AF3-8C1A-3E479772143E}" dt="2026-04-26T15:28:29.889" v="219" actId="1036"/>
          <ac:spMkLst>
            <pc:docMk/>
            <pc:sldMk cId="709640172" sldId="262"/>
            <ac:spMk id="78" creationId="{A574B6D5-34A9-E4FF-B03D-25658271A935}"/>
          </ac:spMkLst>
        </pc:spChg>
        <pc:spChg chg="add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79" creationId="{DF3BC4FA-170A-25FF-0F5E-0DBFD040303F}"/>
          </ac:spMkLst>
        </pc:spChg>
        <pc:spChg chg="add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80" creationId="{A9E4F7A1-CD61-5C11-BB43-B588E23F0CFC}"/>
          </ac:spMkLst>
        </pc:spChg>
        <pc:spChg chg="add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81" creationId="{DC5E3BB8-7A96-7EBB-1678-431A115CCBEB}"/>
          </ac:spMkLst>
        </pc:spChg>
        <pc:spChg chg="add mo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82" creationId="{232EAC11-29D2-E8F8-390F-107767927132}"/>
          </ac:spMkLst>
        </pc:spChg>
        <pc:spChg chg="add mod ord">
          <ac:chgData name="Abdul Rahman Al Brumi" userId="ad7a4929-72f0-4c79-a181-ff34801d5e04" providerId="ADAL" clId="{6BF1211C-3314-4AF3-8C1A-3E479772143E}" dt="2026-04-26T15:32:28.993" v="376" actId="1037"/>
          <ac:spMkLst>
            <pc:docMk/>
            <pc:sldMk cId="709640172" sldId="262"/>
            <ac:spMk id="83" creationId="{B246CBED-EE66-8EAE-B026-E7B873623515}"/>
          </ac:spMkLst>
        </pc:spChg>
      </pc:sldChg>
      <pc:sldChg chg="addSp delSp modSp add mod">
        <pc:chgData name="Abdul Rahman Al Brumi" userId="ad7a4929-72f0-4c79-a181-ff34801d5e04" providerId="ADAL" clId="{6BF1211C-3314-4AF3-8C1A-3E479772143E}" dt="2026-04-26T16:10:59.130" v="638" actId="20577"/>
        <pc:sldMkLst>
          <pc:docMk/>
          <pc:sldMk cId="3998306055" sldId="263"/>
        </pc:sldMkLst>
        <pc:spChg chg="mod">
          <ac:chgData name="Abdul Rahman Al Brumi" userId="ad7a4929-72f0-4c79-a181-ff34801d5e04" providerId="ADAL" clId="{6BF1211C-3314-4AF3-8C1A-3E479772143E}" dt="2026-04-26T16:09:10.455" v="591" actId="20577"/>
          <ac:spMkLst>
            <pc:docMk/>
            <pc:sldMk cId="3998306055" sldId="263"/>
            <ac:spMk id="3" creationId="{1632F4BB-3F43-A450-74AE-0B80A715E8FC}"/>
          </ac:spMkLst>
        </pc:spChg>
        <pc:spChg chg="del">
          <ac:chgData name="Abdul Rahman Al Brumi" userId="ad7a4929-72f0-4c79-a181-ff34801d5e04" providerId="ADAL" clId="{6BF1211C-3314-4AF3-8C1A-3E479772143E}" dt="2026-04-26T16:04:40.686" v="380" actId="478"/>
          <ac:spMkLst>
            <pc:docMk/>
            <pc:sldMk cId="3998306055" sldId="263"/>
            <ac:spMk id="4" creationId="{F86D712E-B3DD-D19E-C068-2C5426265E48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8" creationId="{E2FA8BC9-8CE2-F2E3-381C-4897A52BA337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10" creationId="{641748E7-7515-FF57-1F15-A74EC46A0FB6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16" creationId="{6984AE28-31BE-27A0-896D-11A81A04AB96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17" creationId="{621A68E4-491A-2C5F-64F4-14F1AD5077CF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19" creationId="{37E17272-DAB5-2578-80EE-62822B25D48C}"/>
          </ac:spMkLst>
        </pc:spChg>
        <pc:spChg chg="mod">
          <ac:chgData name="Abdul Rahman Al Brumi" userId="ad7a4929-72f0-4c79-a181-ff34801d5e04" providerId="ADAL" clId="{6BF1211C-3314-4AF3-8C1A-3E479772143E}" dt="2026-04-26T16:06:24.369" v="511" actId="14100"/>
          <ac:spMkLst>
            <pc:docMk/>
            <pc:sldMk cId="3998306055" sldId="263"/>
            <ac:spMk id="22" creationId="{33EEE82D-4EEC-A54A-1C8B-74C98962B9B5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25" creationId="{6602FD88-B2FC-3FA3-D49C-BC1E35DE582C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35" creationId="{FC6A8B08-4E1D-76F5-000F-E0793FF322C6}"/>
          </ac:spMkLst>
        </pc:spChg>
        <pc:spChg chg="del">
          <ac:chgData name="Abdul Rahman Al Brumi" userId="ad7a4929-72f0-4c79-a181-ff34801d5e04" providerId="ADAL" clId="{6BF1211C-3314-4AF3-8C1A-3E479772143E}" dt="2026-04-26T16:04:40.686" v="380" actId="478"/>
          <ac:spMkLst>
            <pc:docMk/>
            <pc:sldMk cId="3998306055" sldId="263"/>
            <ac:spMk id="38" creationId="{2CA3CE70-BC60-3539-0B27-8D60547C1C4A}"/>
          </ac:spMkLst>
        </pc:spChg>
        <pc:spChg chg="del">
          <ac:chgData name="Abdul Rahman Al Brumi" userId="ad7a4929-72f0-4c79-a181-ff34801d5e04" providerId="ADAL" clId="{6BF1211C-3314-4AF3-8C1A-3E479772143E}" dt="2026-04-26T16:04:40.686" v="380" actId="478"/>
          <ac:spMkLst>
            <pc:docMk/>
            <pc:sldMk cId="3998306055" sldId="263"/>
            <ac:spMk id="39" creationId="{CE997BE0-0710-FA5E-9752-1C03BA81EB73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44" creationId="{850C9130-AFC3-A51C-DD41-F40B2B697696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48" creationId="{50319C4E-7138-795D-CDA5-CBE983190C1B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49" creationId="{5AD4CF55-90C6-42FD-1751-54C7F054298B}"/>
          </ac:spMkLst>
        </pc:spChg>
        <pc:spChg chg="del">
          <ac:chgData name="Abdul Rahman Al Brumi" userId="ad7a4929-72f0-4c79-a181-ff34801d5e04" providerId="ADAL" clId="{6BF1211C-3314-4AF3-8C1A-3E479772143E}" dt="2026-04-26T16:04:35.418" v="379" actId="478"/>
          <ac:spMkLst>
            <pc:docMk/>
            <pc:sldMk cId="3998306055" sldId="263"/>
            <ac:spMk id="51" creationId="{ED5F1B57-EEEB-3F80-AD9E-E642217597FF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61" creationId="{1D78B533-30DF-06E2-7222-967B9D9FDECB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62" creationId="{B826A452-7E30-9FEC-DEBC-F4564D94777D}"/>
          </ac:spMkLst>
        </pc:spChg>
        <pc:spChg chg="del">
          <ac:chgData name="Abdul Rahman Al Brumi" userId="ad7a4929-72f0-4c79-a181-ff34801d5e04" providerId="ADAL" clId="{6BF1211C-3314-4AF3-8C1A-3E479772143E}" dt="2026-04-26T16:04:40.686" v="380" actId="478"/>
          <ac:spMkLst>
            <pc:docMk/>
            <pc:sldMk cId="3998306055" sldId="263"/>
            <ac:spMk id="63" creationId="{FBC13650-81E5-5474-4176-E27EAD6CBA74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65" creationId="{2CFD8FEF-F490-2BA8-FEF5-DBC1AF3F1FAD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66" creationId="{617496B1-29D5-15CB-11EF-3891F89C45A8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67" creationId="{F4404543-90AC-54A3-1876-0E4DBFDCAA6E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69" creationId="{FDE4E013-D31B-21A5-2C8A-C9AE855F4BB4}"/>
          </ac:spMkLst>
        </pc:spChg>
        <pc:spChg chg="mod">
          <ac:chgData name="Abdul Rahman Al Brumi" userId="ad7a4929-72f0-4c79-a181-ff34801d5e04" providerId="ADAL" clId="{6BF1211C-3314-4AF3-8C1A-3E479772143E}" dt="2026-04-26T16:08:00.169" v="576" actId="20577"/>
          <ac:spMkLst>
            <pc:docMk/>
            <pc:sldMk cId="3998306055" sldId="263"/>
            <ac:spMk id="72" creationId="{CEA7FEE3-378A-6082-0530-B95EB68E9515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75" creationId="{3D14D5D1-9AD0-71B1-2AEB-8A4C4927CA88}"/>
          </ac:spMkLst>
        </pc:spChg>
        <pc:spChg chg="mod">
          <ac:chgData name="Abdul Rahman Al Brumi" userId="ad7a4929-72f0-4c79-a181-ff34801d5e04" providerId="ADAL" clId="{6BF1211C-3314-4AF3-8C1A-3E479772143E}" dt="2026-04-26T16:08:09.808" v="582" actId="20577"/>
          <ac:spMkLst>
            <pc:docMk/>
            <pc:sldMk cId="3998306055" sldId="263"/>
            <ac:spMk id="76" creationId="{F97E5028-F0A9-F59B-590B-E6504A18F308}"/>
          </ac:spMkLst>
        </pc:spChg>
        <pc:spChg chg="mod">
          <ac:chgData name="Abdul Rahman Al Brumi" userId="ad7a4929-72f0-4c79-a181-ff34801d5e04" providerId="ADAL" clId="{6BF1211C-3314-4AF3-8C1A-3E479772143E}" dt="2026-04-26T16:08:19.528" v="584" actId="20577"/>
          <ac:spMkLst>
            <pc:docMk/>
            <pc:sldMk cId="3998306055" sldId="263"/>
            <ac:spMk id="80" creationId="{1E012C35-3D4E-AE44-1A6F-6CAA90EE4001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83" creationId="{B697AE19-B3F3-C14C-E2C0-3D17FD99D9C9}"/>
          </ac:spMkLst>
        </pc:spChg>
        <pc:spChg chg="add mod">
          <ac:chgData name="Abdul Rahman Al Brumi" userId="ad7a4929-72f0-4c79-a181-ff34801d5e04" providerId="ADAL" clId="{6BF1211C-3314-4AF3-8C1A-3E479772143E}" dt="2026-04-26T16:07:39.786" v="573" actId="1038"/>
          <ac:spMkLst>
            <pc:docMk/>
            <pc:sldMk cId="3998306055" sldId="263"/>
            <ac:spMk id="85" creationId="{55B768A0-795B-2A34-0FAD-FABF4CC3B86C}"/>
          </ac:spMkLst>
        </pc:spChg>
        <pc:spChg chg="add mod">
          <ac:chgData name="Abdul Rahman Al Brumi" userId="ad7a4929-72f0-4c79-a181-ff34801d5e04" providerId="ADAL" clId="{6BF1211C-3314-4AF3-8C1A-3E479772143E}" dt="2026-04-26T16:07:28.789" v="551" actId="14100"/>
          <ac:spMkLst>
            <pc:docMk/>
            <pc:sldMk cId="3998306055" sldId="263"/>
            <ac:spMk id="89" creationId="{9FBE3C33-B26C-CB8F-4BEB-111F8F5D36AB}"/>
          </ac:spMkLst>
        </pc:spChg>
        <pc:spChg chg="del">
          <ac:chgData name="Abdul Rahman Al Brumi" userId="ad7a4929-72f0-4c79-a181-ff34801d5e04" providerId="ADAL" clId="{6BF1211C-3314-4AF3-8C1A-3E479772143E}" dt="2026-04-26T16:09:58.128" v="596" actId="478"/>
          <ac:spMkLst>
            <pc:docMk/>
            <pc:sldMk cId="3998306055" sldId="263"/>
            <ac:spMk id="90" creationId="{06F3899D-BA84-BA14-F905-50CBBE843BDD}"/>
          </ac:spMkLst>
        </pc:spChg>
        <pc:spChg chg="add mod">
          <ac:chgData name="Abdul Rahman Al Brumi" userId="ad7a4929-72f0-4c79-a181-ff34801d5e04" providerId="ADAL" clId="{6BF1211C-3314-4AF3-8C1A-3E479772143E}" dt="2026-04-26T16:10:07.549" v="598" actId="14100"/>
          <ac:spMkLst>
            <pc:docMk/>
            <pc:sldMk cId="3998306055" sldId="263"/>
            <ac:spMk id="91" creationId="{B892606B-885F-C3A5-4DC1-EDA691A759A5}"/>
          </ac:spMkLst>
        </pc:spChg>
        <pc:spChg chg="add mod">
          <ac:chgData name="Abdul Rahman Al Brumi" userId="ad7a4929-72f0-4c79-a181-ff34801d5e04" providerId="ADAL" clId="{6BF1211C-3314-4AF3-8C1A-3E479772143E}" dt="2026-04-26T16:10:23.731" v="614" actId="1036"/>
          <ac:spMkLst>
            <pc:docMk/>
            <pc:sldMk cId="3998306055" sldId="263"/>
            <ac:spMk id="93" creationId="{748BD631-90BE-512C-2C1A-5D758CD08072}"/>
          </ac:spMkLst>
        </pc:spChg>
        <pc:spChg chg="add mod">
          <ac:chgData name="Abdul Rahman Al Brumi" userId="ad7a4929-72f0-4c79-a181-ff34801d5e04" providerId="ADAL" clId="{6BF1211C-3314-4AF3-8C1A-3E479772143E}" dt="2026-04-26T16:10:23.731" v="614" actId="1036"/>
          <ac:spMkLst>
            <pc:docMk/>
            <pc:sldMk cId="3998306055" sldId="263"/>
            <ac:spMk id="94" creationId="{A8FC3A3F-A358-433B-B367-C96141D84770}"/>
          </ac:spMkLst>
        </pc:spChg>
        <pc:spChg chg="add mod">
          <ac:chgData name="Abdul Rahman Al Brumi" userId="ad7a4929-72f0-4c79-a181-ff34801d5e04" providerId="ADAL" clId="{6BF1211C-3314-4AF3-8C1A-3E479772143E}" dt="2026-04-26T16:10:23.731" v="614" actId="1036"/>
          <ac:spMkLst>
            <pc:docMk/>
            <pc:sldMk cId="3998306055" sldId="263"/>
            <ac:spMk id="97" creationId="{1203AA27-E570-90E2-2166-73BC6A7DF99D}"/>
          </ac:spMkLst>
        </pc:spChg>
        <pc:spChg chg="add mod">
          <ac:chgData name="Abdul Rahman Al Brumi" userId="ad7a4929-72f0-4c79-a181-ff34801d5e04" providerId="ADAL" clId="{6BF1211C-3314-4AF3-8C1A-3E479772143E}" dt="2026-04-26T16:10:23.731" v="614" actId="1036"/>
          <ac:spMkLst>
            <pc:docMk/>
            <pc:sldMk cId="3998306055" sldId="263"/>
            <ac:spMk id="99" creationId="{7B5C29CF-8E3F-08B6-14AD-61F6654EE66D}"/>
          </ac:spMkLst>
        </pc:spChg>
        <pc:spChg chg="add mod">
          <ac:chgData name="Abdul Rahman Al Brumi" userId="ad7a4929-72f0-4c79-a181-ff34801d5e04" providerId="ADAL" clId="{6BF1211C-3314-4AF3-8C1A-3E479772143E}" dt="2026-04-26T16:10:23.731" v="614" actId="1036"/>
          <ac:spMkLst>
            <pc:docMk/>
            <pc:sldMk cId="3998306055" sldId="263"/>
            <ac:spMk id="101" creationId="{2D0A046F-4FF2-FCDE-2F8F-40F3989832A3}"/>
          </ac:spMkLst>
        </pc:spChg>
        <pc:spChg chg="add mod">
          <ac:chgData name="Abdul Rahman Al Brumi" userId="ad7a4929-72f0-4c79-a181-ff34801d5e04" providerId="ADAL" clId="{6BF1211C-3314-4AF3-8C1A-3E479772143E}" dt="2026-04-26T16:10:23.731" v="614" actId="1036"/>
          <ac:spMkLst>
            <pc:docMk/>
            <pc:sldMk cId="3998306055" sldId="263"/>
            <ac:spMk id="103" creationId="{4E4F33E5-B208-95F5-1CB4-C9E993B6837E}"/>
          </ac:spMkLst>
        </pc:spChg>
        <pc:spChg chg="add mod">
          <ac:chgData name="Abdul Rahman Al Brumi" userId="ad7a4929-72f0-4c79-a181-ff34801d5e04" providerId="ADAL" clId="{6BF1211C-3314-4AF3-8C1A-3E479772143E}" dt="2026-04-26T16:10:48.187" v="629" actId="20577"/>
          <ac:spMkLst>
            <pc:docMk/>
            <pc:sldMk cId="3998306055" sldId="263"/>
            <ac:spMk id="108" creationId="{02CB1F25-F454-D4D0-59EE-F4A6C758EC00}"/>
          </ac:spMkLst>
        </pc:spChg>
        <pc:spChg chg="mod">
          <ac:chgData name="Abdul Rahman Al Brumi" userId="ad7a4929-72f0-4c79-a181-ff34801d5e04" providerId="ADAL" clId="{6BF1211C-3314-4AF3-8C1A-3E479772143E}" dt="2026-04-26T16:10:23.731" v="614" actId="1036"/>
          <ac:spMkLst>
            <pc:docMk/>
            <pc:sldMk cId="3998306055" sldId="263"/>
            <ac:spMk id="109" creationId="{3743ACAF-E765-CD21-FD8B-0083B02B33D4}"/>
          </ac:spMkLst>
        </pc:spChg>
        <pc:spChg chg="add mod">
          <ac:chgData name="Abdul Rahman Al Brumi" userId="ad7a4929-72f0-4c79-a181-ff34801d5e04" providerId="ADAL" clId="{6BF1211C-3314-4AF3-8C1A-3E479772143E}" dt="2026-04-26T16:10:23.731" v="614" actId="1036"/>
          <ac:spMkLst>
            <pc:docMk/>
            <pc:sldMk cId="3998306055" sldId="263"/>
            <ac:spMk id="111" creationId="{5E980150-7B5F-A1D0-50AC-D7D65861C458}"/>
          </ac:spMkLst>
        </pc:spChg>
        <pc:spChg chg="add mod">
          <ac:chgData name="Abdul Rahman Al Brumi" userId="ad7a4929-72f0-4c79-a181-ff34801d5e04" providerId="ADAL" clId="{6BF1211C-3314-4AF3-8C1A-3E479772143E}" dt="2026-04-26T16:10:59.130" v="638" actId="20577"/>
          <ac:spMkLst>
            <pc:docMk/>
            <pc:sldMk cId="3998306055" sldId="263"/>
            <ac:spMk id="112" creationId="{CEF91849-9437-F627-BA8D-6203ABD88794}"/>
          </ac:spMkLst>
        </pc:spChg>
      </pc:sldChg>
    </pc:docChg>
  </pc:docChgLst>
  <pc:docChgLst>
    <pc:chgData name="Al Waleed Al-Busaidi" userId="S::24-0054@student.gutech.edu.om::510ddf5d-4fa6-4d88-9aa9-ad30d3b60bac" providerId="AD" clId="Web-{A140ADE8-3C21-DC30-395F-37303A1B2910}"/>
    <pc:docChg chg="modSld">
      <pc:chgData name="Al Waleed Al-Busaidi" userId="S::24-0054@student.gutech.edu.om::510ddf5d-4fa6-4d88-9aa9-ad30d3b60bac" providerId="AD" clId="Web-{A140ADE8-3C21-DC30-395F-37303A1B2910}" dt="2026-04-25T17:20:22.249" v="31" actId="1076"/>
      <pc:docMkLst>
        <pc:docMk/>
      </pc:docMkLst>
      <pc:sldChg chg="modSp">
        <pc:chgData name="Al Waleed Al-Busaidi" userId="S::24-0054@student.gutech.edu.om::510ddf5d-4fa6-4d88-9aa9-ad30d3b60bac" providerId="AD" clId="Web-{A140ADE8-3C21-DC30-395F-37303A1B2910}" dt="2026-04-25T17:20:22.249" v="31" actId="1076"/>
        <pc:sldMkLst>
          <pc:docMk/>
          <pc:sldMk cId="0" sldId="259"/>
        </pc:sldMkLst>
        <pc:spChg chg="mod">
          <ac:chgData name="Al Waleed Al-Busaidi" userId="S::24-0054@student.gutech.edu.om::510ddf5d-4fa6-4d88-9aa9-ad30d3b60bac" providerId="AD" clId="Web-{A140ADE8-3C21-DC30-395F-37303A1B2910}" dt="2026-04-25T17:07:52.128" v="2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l Waleed Al-Busaidi" userId="S::24-0054@student.gutech.edu.om::510ddf5d-4fa6-4d88-9aa9-ad30d3b60bac" providerId="AD" clId="Web-{A140ADE8-3C21-DC30-395F-37303A1B2910}" dt="2026-04-25T17:19:09.514" v="6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l Waleed Al-Busaidi" userId="S::24-0054@student.gutech.edu.om::510ddf5d-4fa6-4d88-9aa9-ad30d3b60bac" providerId="AD" clId="Web-{A140ADE8-3C21-DC30-395F-37303A1B2910}" dt="2026-04-25T17:19:38.608" v="29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l Waleed Al-Busaidi" userId="S::24-0054@student.gutech.edu.om::510ddf5d-4fa6-4d88-9aa9-ad30d3b60bac" providerId="AD" clId="Web-{A140ADE8-3C21-DC30-395F-37303A1B2910}" dt="2026-04-25T17:20:22.249" v="31" actId="1076"/>
          <ac:spMkLst>
            <pc:docMk/>
            <pc:sldMk cId="0" sldId="259"/>
            <ac:spMk id="19" creationId="{00000000-0000-0000-0000-000000000000}"/>
          </ac:spMkLst>
        </pc:spChg>
      </pc:sldChg>
      <pc:sldChg chg="modSp">
        <pc:chgData name="Al Waleed Al-Busaidi" userId="S::24-0054@student.gutech.edu.om::510ddf5d-4fa6-4d88-9aa9-ad30d3b60bac" providerId="AD" clId="Web-{A140ADE8-3C21-DC30-395F-37303A1B2910}" dt="2026-04-25T17:07:22.265" v="0" actId="1076"/>
        <pc:sldMkLst>
          <pc:docMk/>
          <pc:sldMk cId="0" sldId="260"/>
        </pc:sldMkLst>
        <pc:spChg chg="mod">
          <ac:chgData name="Al Waleed Al-Busaidi" userId="S::24-0054@student.gutech.edu.om::510ddf5d-4fa6-4d88-9aa9-ad30d3b60bac" providerId="AD" clId="Web-{A140ADE8-3C21-DC30-395F-37303A1B2910}" dt="2026-04-25T17:07:22.265" v="0" actId="1076"/>
          <ac:spMkLst>
            <pc:docMk/>
            <pc:sldMk cId="0" sldId="260"/>
            <ac:spMk id="21" creationId="{00000000-0000-0000-0000-000000000000}"/>
          </ac:spMkLst>
        </pc:spChg>
      </pc:sldChg>
    </pc:docChg>
  </pc:docChgLst>
  <pc:docChgLst>
    <pc:chgData name="Guest User" userId="S::urn:spo:tenantanon#7d922bb1-6c13-46b3-abcf-4663db002d60::" providerId="AD" clId="Web-{A72974F8-4FA2-D3DF-1008-AAF9073892FC}"/>
    <pc:docChg chg="addSld delSld modSld">
      <pc:chgData name="Guest User" userId="S::urn:spo:tenantanon#7d922bb1-6c13-46b3-abcf-4663db002d60::" providerId="AD" clId="Web-{A72974F8-4FA2-D3DF-1008-AAF9073892FC}" dt="2026-04-25T18:34:00.280" v="136" actId="20577"/>
      <pc:docMkLst>
        <pc:docMk/>
      </pc:docMkLst>
      <pc:sldChg chg="delSp modSp">
        <pc:chgData name="Guest User" userId="S::urn:spo:tenantanon#7d922bb1-6c13-46b3-abcf-4663db002d60::" providerId="AD" clId="Web-{A72974F8-4FA2-D3DF-1008-AAF9073892FC}" dt="2026-04-25T18:01:12.105" v="64"/>
        <pc:sldMkLst>
          <pc:docMk/>
          <pc:sldMk cId="0" sldId="256"/>
        </pc:sldMkLst>
        <pc:spChg chg="del mod">
          <ac:chgData name="Guest User" userId="S::urn:spo:tenantanon#7d922bb1-6c13-46b3-abcf-4663db002d60::" providerId="AD" clId="Web-{A72974F8-4FA2-D3DF-1008-AAF9073892FC}" dt="2026-04-25T18:01:12.105" v="64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add del">
        <pc:chgData name="Guest User" userId="S::urn:spo:tenantanon#7d922bb1-6c13-46b3-abcf-4663db002d60::" providerId="AD" clId="Web-{A72974F8-4FA2-D3DF-1008-AAF9073892FC}" dt="2026-04-25T18:34:00.280" v="136" actId="20577"/>
        <pc:sldMkLst>
          <pc:docMk/>
          <pc:sldMk cId="0" sldId="259"/>
        </pc:sldMkLst>
        <pc:spChg chg="mod">
          <ac:chgData name="Guest User" userId="S::urn:spo:tenantanon#7d922bb1-6c13-46b3-abcf-4663db002d60::" providerId="AD" clId="Web-{A72974F8-4FA2-D3DF-1008-AAF9073892FC}" dt="2026-04-25T17:44:37.100" v="37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7:41:37.706" v="25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7:41:58.222" v="28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7:41:37.284" v="2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7:41:37.534" v="24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7:44:39.959" v="41" actId="1076"/>
          <ac:spMkLst>
            <pc:docMk/>
            <pc:sldMk cId="0" sldId="259"/>
            <ac:spMk id="18" creationId="{00000000-0000-0000-0000-000000000000}"/>
          </ac:spMkLst>
        </pc:spChg>
        <pc:spChg chg="add del mod">
          <ac:chgData name="Guest User" userId="S::urn:spo:tenantanon#7d922bb1-6c13-46b3-abcf-4663db002d60::" providerId="AD" clId="Web-{A72974F8-4FA2-D3DF-1008-AAF9073892FC}" dt="2026-04-25T17:44:40.756" v="42"/>
          <ac:spMkLst>
            <pc:docMk/>
            <pc:sldMk cId="0" sldId="259"/>
            <ac:spMk id="27" creationId="{EEAA2A1E-4D07-5570-BC71-4BF1B08AFB6C}"/>
          </ac:spMkLst>
        </pc:spChg>
        <pc:spChg chg="mod">
          <ac:chgData name="Guest User" userId="S::urn:spo:tenantanon#7d922bb1-6c13-46b3-abcf-4663db002d60::" providerId="AD" clId="Web-{A72974F8-4FA2-D3DF-1008-AAF9073892FC}" dt="2026-04-25T18:27:21.420" v="124"/>
          <ac:spMkLst>
            <pc:docMk/>
            <pc:sldMk cId="0" sldId="259"/>
            <ac:spMk id="30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33:25.327" v="134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32:53.295" v="131" actId="20577"/>
          <ac:spMkLst>
            <pc:docMk/>
            <pc:sldMk cId="0" sldId="259"/>
            <ac:spMk id="51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32:48.545" v="130" actId="20577"/>
          <ac:spMkLst>
            <pc:docMk/>
            <pc:sldMk cId="0" sldId="259"/>
            <ac:spMk id="61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32:40.044" v="128" actId="20577"/>
          <ac:spMkLst>
            <pc:docMk/>
            <pc:sldMk cId="0" sldId="259"/>
            <ac:spMk id="71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32:44.482" v="129" actId="20577"/>
          <ac:spMkLst>
            <pc:docMk/>
            <pc:sldMk cId="0" sldId="259"/>
            <ac:spMk id="81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18:44.322" v="89" actId="1076"/>
          <ac:spMkLst>
            <pc:docMk/>
            <pc:sldMk cId="0" sldId="259"/>
            <ac:spMk id="90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33:51.874" v="135"/>
          <ac:spMkLst>
            <pc:docMk/>
            <pc:sldMk cId="0" sldId="259"/>
            <ac:spMk id="91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34:00.280" v="136" actId="20577"/>
          <ac:spMkLst>
            <pc:docMk/>
            <pc:sldMk cId="0" sldId="259"/>
            <ac:spMk id="92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20:12.714" v="105" actId="20577"/>
          <ac:spMkLst>
            <pc:docMk/>
            <pc:sldMk cId="0" sldId="259"/>
            <ac:spMk id="93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22:03.319" v="120" actId="20577"/>
          <ac:spMkLst>
            <pc:docMk/>
            <pc:sldMk cId="0" sldId="259"/>
            <ac:spMk id="94" creationId="{00000000-0000-0000-0000-000000000000}"/>
          </ac:spMkLst>
        </pc:spChg>
      </pc:sldChg>
      <pc:sldChg chg="delSp modSp">
        <pc:chgData name="Guest User" userId="S::urn:spo:tenantanon#7d922bb1-6c13-46b3-abcf-4663db002d60::" providerId="AD" clId="Web-{A72974F8-4FA2-D3DF-1008-AAF9073892FC}" dt="2026-04-25T18:26:09.792" v="123" actId="20577"/>
        <pc:sldMkLst>
          <pc:docMk/>
          <pc:sldMk cId="0" sldId="261"/>
        </pc:sldMkLst>
        <pc:spChg chg="del">
          <ac:chgData name="Guest User" userId="S::urn:spo:tenantanon#7d922bb1-6c13-46b3-abcf-4663db002d60::" providerId="AD" clId="Web-{A72974F8-4FA2-D3DF-1008-AAF9073892FC}" dt="2026-04-25T18:26:02.777" v="121"/>
          <ac:spMkLst>
            <pc:docMk/>
            <pc:sldMk cId="0" sldId="261"/>
            <ac:spMk id="61" creationId="{00000000-0000-0000-0000-000000000000}"/>
          </ac:spMkLst>
        </pc:spChg>
        <pc:spChg chg="del">
          <ac:chgData name="Guest User" userId="S::urn:spo:tenantanon#7d922bb1-6c13-46b3-abcf-4663db002d60::" providerId="AD" clId="Web-{A72974F8-4FA2-D3DF-1008-AAF9073892FC}" dt="2026-04-25T18:26:06.261" v="122"/>
          <ac:spMkLst>
            <pc:docMk/>
            <pc:sldMk cId="0" sldId="261"/>
            <ac:spMk id="62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8:26:09.792" v="123" actId="20577"/>
          <ac:spMkLst>
            <pc:docMk/>
            <pc:sldMk cId="0" sldId="261"/>
            <ac:spMk id="63" creationId="{00000000-0000-0000-0000-000000000000}"/>
          </ac:spMkLst>
        </pc:spChg>
      </pc:sldChg>
      <pc:sldChg chg="delSp modSp add del">
        <pc:chgData name="Guest User" userId="S::urn:spo:tenantanon#7d922bb1-6c13-46b3-abcf-4663db002d60::" providerId="AD" clId="Web-{A72974F8-4FA2-D3DF-1008-AAF9073892FC}" dt="2026-04-25T18:10:48.858" v="66"/>
        <pc:sldMkLst>
          <pc:docMk/>
          <pc:sldMk cId="3534247514" sldId="262"/>
        </pc:sldMkLst>
        <pc:spChg chg="mod">
          <ac:chgData name="Guest User" userId="S::urn:spo:tenantanon#7d922bb1-6c13-46b3-abcf-4663db002d60::" providerId="AD" clId="Web-{A72974F8-4FA2-D3DF-1008-AAF9073892FC}" dt="2026-04-25T17:55:57.097" v="62" actId="20577"/>
          <ac:spMkLst>
            <pc:docMk/>
            <pc:sldMk cId="3534247514" sldId="262"/>
            <ac:spMk id="3" creationId="{00000000-0000-0000-0000-000000000000}"/>
          </ac:spMkLst>
        </pc:spChg>
        <pc:spChg chg="del">
          <ac:chgData name="Guest User" userId="S::urn:spo:tenantanon#7d922bb1-6c13-46b3-abcf-4663db002d60::" providerId="AD" clId="Web-{A72974F8-4FA2-D3DF-1008-AAF9073892FC}" dt="2026-04-25T17:51:34.572" v="45"/>
          <ac:spMkLst>
            <pc:docMk/>
            <pc:sldMk cId="3534247514" sldId="262"/>
            <ac:spMk id="10" creationId="{00000000-0000-0000-0000-000000000000}"/>
          </ac:spMkLst>
        </pc:spChg>
        <pc:spChg chg="del mod">
          <ac:chgData name="Guest User" userId="S::urn:spo:tenantanon#7d922bb1-6c13-46b3-abcf-4663db002d60::" providerId="AD" clId="Web-{A72974F8-4FA2-D3DF-1008-AAF9073892FC}" dt="2026-04-25T17:51:55.136" v="53"/>
          <ac:spMkLst>
            <pc:docMk/>
            <pc:sldMk cId="3534247514" sldId="262"/>
            <ac:spMk id="11" creationId="{00000000-0000-0000-0000-000000000000}"/>
          </ac:spMkLst>
        </pc:spChg>
        <pc:spChg chg="del mod">
          <ac:chgData name="Guest User" userId="S::urn:spo:tenantanon#7d922bb1-6c13-46b3-abcf-4663db002d60::" providerId="AD" clId="Web-{A72974F8-4FA2-D3DF-1008-AAF9073892FC}" dt="2026-04-25T17:51:55.136" v="52"/>
          <ac:spMkLst>
            <pc:docMk/>
            <pc:sldMk cId="3534247514" sldId="262"/>
            <ac:spMk id="12" creationId="{00000000-0000-0000-0000-000000000000}"/>
          </ac:spMkLst>
        </pc:spChg>
        <pc:spChg chg="del">
          <ac:chgData name="Guest User" userId="S::urn:spo:tenantanon#7d922bb1-6c13-46b3-abcf-4663db002d60::" providerId="AD" clId="Web-{A72974F8-4FA2-D3DF-1008-AAF9073892FC}" dt="2026-04-25T17:51:55.136" v="51"/>
          <ac:spMkLst>
            <pc:docMk/>
            <pc:sldMk cId="3534247514" sldId="262"/>
            <ac:spMk id="20" creationId="{00000000-0000-0000-0000-000000000000}"/>
          </ac:spMkLst>
        </pc:spChg>
        <pc:spChg chg="mod">
          <ac:chgData name="Guest User" userId="S::urn:spo:tenantanon#7d922bb1-6c13-46b3-abcf-4663db002d60::" providerId="AD" clId="Web-{A72974F8-4FA2-D3DF-1008-AAF9073892FC}" dt="2026-04-25T17:54:38.611" v="59" actId="20577"/>
          <ac:spMkLst>
            <pc:docMk/>
            <pc:sldMk cId="3534247514" sldId="262"/>
            <ac:spMk id="94" creationId="{00000000-0000-0000-0000-000000000000}"/>
          </ac:spMkLst>
        </pc:spChg>
      </pc:sldChg>
    </pc:docChg>
  </pc:docChgLst>
  <pc:docChgLst>
    <pc:chgData name="Guest User" userId="S::urn:spo:tenantanon#7d922bb1-6c13-46b3-abcf-4663db002d60::" providerId="AD" clId="Web-{8DD9571D-2B3A-F12C-6712-7763F486DD95}"/>
    <pc:docChg chg="modSld">
      <pc:chgData name="Guest User" userId="S::urn:spo:tenantanon#7d922bb1-6c13-46b3-abcf-4663db002d60::" providerId="AD" clId="Web-{8DD9571D-2B3A-F12C-6712-7763F486DD95}" dt="2026-04-25T17:04:17.580" v="5" actId="1076"/>
      <pc:docMkLst>
        <pc:docMk/>
      </pc:docMkLst>
      <pc:sldChg chg="modSp">
        <pc:chgData name="Guest User" userId="S::urn:spo:tenantanon#7d922bb1-6c13-46b3-abcf-4663db002d60::" providerId="AD" clId="Web-{8DD9571D-2B3A-F12C-6712-7763F486DD95}" dt="2026-04-25T17:04:17.580" v="5" actId="1076"/>
        <pc:sldMkLst>
          <pc:docMk/>
          <pc:sldMk cId="0" sldId="257"/>
        </pc:sldMkLst>
        <pc:spChg chg="mod">
          <ac:chgData name="Guest User" userId="S::urn:spo:tenantanon#7d922bb1-6c13-46b3-abcf-4663db002d60::" providerId="AD" clId="Web-{8DD9571D-2B3A-F12C-6712-7763F486DD95}" dt="2026-04-25T17:04:17.580" v="5" actId="1076"/>
          <ac:spMkLst>
            <pc:docMk/>
            <pc:sldMk cId="0" sldId="257"/>
            <ac:spMk id="12" creationId="{00000000-0000-0000-0000-000000000000}"/>
          </ac:spMkLst>
        </pc:spChg>
      </pc:sldChg>
    </pc:docChg>
  </pc:docChgLst>
  <pc:docChgLst>
    <pc:chgData name="Guest User" userId="S::urn:spo:tenantanon#7d922bb1-6c13-46b3-abcf-4663db002d60::" providerId="AD" clId="Web-{A35D6B10-EEB6-3BA9-A728-D25E89570872}"/>
    <pc:docChg chg="modSld">
      <pc:chgData name="Guest User" userId="S::urn:spo:tenantanon#7d922bb1-6c13-46b3-abcf-4663db002d60::" providerId="AD" clId="Web-{A35D6B10-EEB6-3BA9-A728-D25E89570872}" dt="2026-04-25T17:42:05.296" v="169" actId="20577"/>
      <pc:docMkLst>
        <pc:docMk/>
      </pc:docMkLst>
      <pc:sldChg chg="addSp delSp modSp">
        <pc:chgData name="Guest User" userId="S::urn:spo:tenantanon#7d922bb1-6c13-46b3-abcf-4663db002d60::" providerId="AD" clId="Web-{A35D6B10-EEB6-3BA9-A728-D25E89570872}" dt="2026-04-25T17:42:05.296" v="169" actId="20577"/>
        <pc:sldMkLst>
          <pc:docMk/>
          <pc:sldMk cId="0" sldId="258"/>
        </pc:sldMkLst>
        <pc:spChg chg="mod">
          <ac:chgData name="Guest User" userId="S::urn:spo:tenantanon#7d922bb1-6c13-46b3-abcf-4663db002d60::" providerId="AD" clId="Web-{A35D6B10-EEB6-3BA9-A728-D25E89570872}" dt="2026-04-25T17:36:45.678" v="5" actId="20577"/>
          <ac:spMkLst>
            <pc:docMk/>
            <pc:sldMk cId="0" sldId="258"/>
            <ac:spMk id="17" creationId="{00000000-0000-0000-0000-000000000000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4.936" v="135"/>
          <ac:spMkLst>
            <pc:docMk/>
            <pc:sldMk cId="0" sldId="258"/>
            <ac:spMk id="18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3.561" v="120"/>
          <ac:spMkLst>
            <pc:docMk/>
            <pc:sldMk cId="0" sldId="258"/>
            <ac:spMk id="19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36" v="136"/>
          <ac:spMkLst>
            <pc:docMk/>
            <pc:sldMk cId="0" sldId="258"/>
            <ac:spMk id="20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36" v="137"/>
          <ac:spMkLst>
            <pc:docMk/>
            <pc:sldMk cId="0" sldId="258"/>
            <ac:spMk id="21" creationId="{00000000-0000-0000-0000-000000000000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2:05.296" v="169" actId="20577"/>
          <ac:spMkLst>
            <pc:docMk/>
            <pc:sldMk cId="0" sldId="258"/>
            <ac:spMk id="22" creationId="{00000000-0000-0000-0000-000000000000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4.936" v="139"/>
          <ac:spMkLst>
            <pc:docMk/>
            <pc:sldMk cId="0" sldId="258"/>
            <ac:spMk id="23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36" v="140"/>
          <ac:spMkLst>
            <pc:docMk/>
            <pc:sldMk cId="0" sldId="258"/>
            <ac:spMk id="24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1"/>
          <ac:spMkLst>
            <pc:docMk/>
            <pc:sldMk cId="0" sldId="258"/>
            <ac:spMk id="25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2"/>
          <ac:spMkLst>
            <pc:docMk/>
            <pc:sldMk cId="0" sldId="258"/>
            <ac:spMk id="26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3"/>
          <ac:spMkLst>
            <pc:docMk/>
            <pc:sldMk cId="0" sldId="258"/>
            <ac:spMk id="27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4"/>
          <ac:spMkLst>
            <pc:docMk/>
            <pc:sldMk cId="0" sldId="258"/>
            <ac:spMk id="28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5"/>
          <ac:spMkLst>
            <pc:docMk/>
            <pc:sldMk cId="0" sldId="258"/>
            <ac:spMk id="29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1"/>
          <ac:spMkLst>
            <pc:docMk/>
            <pc:sldMk cId="0" sldId="258"/>
            <ac:spMk id="30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2"/>
          <ac:spMkLst>
            <pc:docMk/>
            <pc:sldMk cId="0" sldId="258"/>
            <ac:spMk id="31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3"/>
          <ac:spMkLst>
            <pc:docMk/>
            <pc:sldMk cId="0" sldId="258"/>
            <ac:spMk id="32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4"/>
          <ac:spMkLst>
            <pc:docMk/>
            <pc:sldMk cId="0" sldId="258"/>
            <ac:spMk id="33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5"/>
          <ac:spMkLst>
            <pc:docMk/>
            <pc:sldMk cId="0" sldId="258"/>
            <ac:spMk id="34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6"/>
          <ac:spMkLst>
            <pc:docMk/>
            <pc:sldMk cId="0" sldId="258"/>
            <ac:spMk id="35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6"/>
          <ac:spMkLst>
            <pc:docMk/>
            <pc:sldMk cId="0" sldId="258"/>
            <ac:spMk id="36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7"/>
          <ac:spMkLst>
            <pc:docMk/>
            <pc:sldMk cId="0" sldId="258"/>
            <ac:spMk id="37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7"/>
          <ac:spMkLst>
            <pc:docMk/>
            <pc:sldMk cId="0" sldId="258"/>
            <ac:spMk id="38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8"/>
          <ac:spMkLst>
            <pc:docMk/>
            <pc:sldMk cId="0" sldId="258"/>
            <ac:spMk id="39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49"/>
          <ac:spMkLst>
            <pc:docMk/>
            <pc:sldMk cId="0" sldId="258"/>
            <ac:spMk id="40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0"/>
          <ac:spMkLst>
            <pc:docMk/>
            <pc:sldMk cId="0" sldId="258"/>
            <ac:spMk id="41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1"/>
          <ac:spMkLst>
            <pc:docMk/>
            <pc:sldMk cId="0" sldId="258"/>
            <ac:spMk id="42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2"/>
          <ac:spMkLst>
            <pc:docMk/>
            <pc:sldMk cId="0" sldId="258"/>
            <ac:spMk id="43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3"/>
          <ac:spMkLst>
            <pc:docMk/>
            <pc:sldMk cId="0" sldId="258"/>
            <ac:spMk id="44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4"/>
          <ac:spMkLst>
            <pc:docMk/>
            <pc:sldMk cId="0" sldId="258"/>
            <ac:spMk id="45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5"/>
          <ac:spMkLst>
            <pc:docMk/>
            <pc:sldMk cId="0" sldId="258"/>
            <ac:spMk id="46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6"/>
          <ac:spMkLst>
            <pc:docMk/>
            <pc:sldMk cId="0" sldId="258"/>
            <ac:spMk id="47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8"/>
          <ac:spMkLst>
            <pc:docMk/>
            <pc:sldMk cId="0" sldId="258"/>
            <ac:spMk id="48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29"/>
          <ac:spMkLst>
            <pc:docMk/>
            <pc:sldMk cId="0" sldId="258"/>
            <ac:spMk id="49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30"/>
          <ac:spMkLst>
            <pc:docMk/>
            <pc:sldMk cId="0" sldId="258"/>
            <ac:spMk id="50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31"/>
          <ac:spMkLst>
            <pc:docMk/>
            <pc:sldMk cId="0" sldId="258"/>
            <ac:spMk id="51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32"/>
          <ac:spMkLst>
            <pc:docMk/>
            <pc:sldMk cId="0" sldId="258"/>
            <ac:spMk id="52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14" v="133"/>
          <ac:spMkLst>
            <pc:docMk/>
            <pc:sldMk cId="0" sldId="258"/>
            <ac:spMk id="53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7"/>
          <ac:spMkLst>
            <pc:docMk/>
            <pc:sldMk cId="0" sldId="258"/>
            <ac:spMk id="54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530" v="134"/>
          <ac:spMkLst>
            <pc:docMk/>
            <pc:sldMk cId="0" sldId="258"/>
            <ac:spMk id="55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8"/>
          <ac:spMkLst>
            <pc:docMk/>
            <pc:sldMk cId="0" sldId="258"/>
            <ac:spMk id="56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59"/>
          <ac:spMkLst>
            <pc:docMk/>
            <pc:sldMk cId="0" sldId="258"/>
            <ac:spMk id="57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60"/>
          <ac:spMkLst>
            <pc:docMk/>
            <pc:sldMk cId="0" sldId="258"/>
            <ac:spMk id="58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61"/>
          <ac:spMkLst>
            <pc:docMk/>
            <pc:sldMk cId="0" sldId="258"/>
            <ac:spMk id="59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62"/>
          <ac:spMkLst>
            <pc:docMk/>
            <pc:sldMk cId="0" sldId="258"/>
            <ac:spMk id="60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63"/>
          <ac:spMkLst>
            <pc:docMk/>
            <pc:sldMk cId="0" sldId="258"/>
            <ac:spMk id="61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64"/>
          <ac:spMkLst>
            <pc:docMk/>
            <pc:sldMk cId="0" sldId="258"/>
            <ac:spMk id="62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65"/>
          <ac:spMkLst>
            <pc:docMk/>
            <pc:sldMk cId="0" sldId="258"/>
            <ac:spMk id="63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66"/>
          <ac:spMkLst>
            <pc:docMk/>
            <pc:sldMk cId="0" sldId="258"/>
            <ac:spMk id="64" creationId="{00000000-0000-0000-0000-000000000000}"/>
          </ac:spMkLst>
        </pc:spChg>
        <pc:spChg chg="add del">
          <ac:chgData name="Guest User" userId="S::urn:spo:tenantanon#7d922bb1-6c13-46b3-abcf-4663db002d60::" providerId="AD" clId="Web-{A35D6B10-EEB6-3BA9-A728-D25E89570872}" dt="2026-04-25T17:41:54.951" v="167"/>
          <ac:spMkLst>
            <pc:docMk/>
            <pc:sldMk cId="0" sldId="258"/>
            <ac:spMk id="65" creationId="{00000000-0000-0000-0000-000000000000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23.247" v="71"/>
          <ac:spMkLst>
            <pc:docMk/>
            <pc:sldMk cId="0" sldId="258"/>
            <ac:spMk id="67" creationId="{667126DE-2D54-1860-D164-152CA847D79C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2.686" v="119"/>
          <ac:spMkLst>
            <pc:docMk/>
            <pc:sldMk cId="0" sldId="258"/>
            <ac:spMk id="68" creationId="{2E93277B-189D-AFD5-148B-3ED1DDA20449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2.686" v="118"/>
          <ac:spMkLst>
            <pc:docMk/>
            <pc:sldMk cId="0" sldId="258"/>
            <ac:spMk id="69" creationId="{DB2A20B4-3C78-D96E-09EF-8B992BC6B115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2.686" v="117"/>
          <ac:spMkLst>
            <pc:docMk/>
            <pc:sldMk cId="0" sldId="258"/>
            <ac:spMk id="70" creationId="{32D5B0EA-B472-CE78-1EF6-EB03B221A8D6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2.686" v="116"/>
          <ac:spMkLst>
            <pc:docMk/>
            <pc:sldMk cId="0" sldId="258"/>
            <ac:spMk id="71" creationId="{AF9CD760-7A20-1A29-2B40-56D1B66A25E6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2.686" v="115"/>
          <ac:spMkLst>
            <pc:docMk/>
            <pc:sldMk cId="0" sldId="258"/>
            <ac:spMk id="72" creationId="{3DC68FBC-867C-33E6-8DF3-9A9935A9214E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2.686" v="114"/>
          <ac:spMkLst>
            <pc:docMk/>
            <pc:sldMk cId="0" sldId="258"/>
            <ac:spMk id="73" creationId="{D680DE34-AE17-7244-C85C-6D4BD72099C9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0.529" v="107"/>
          <ac:spMkLst>
            <pc:docMk/>
            <pc:sldMk cId="0" sldId="258"/>
            <ac:spMk id="74" creationId="{3BB640D3-B37C-FC95-F9EB-0FE8C0B60CAD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0.529" v="106"/>
          <ac:spMkLst>
            <pc:docMk/>
            <pc:sldMk cId="0" sldId="258"/>
            <ac:spMk id="75" creationId="{092DF8A1-4A26-A0E5-535C-C2ADC8896F72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0.529" v="105"/>
          <ac:spMkLst>
            <pc:docMk/>
            <pc:sldMk cId="0" sldId="258"/>
            <ac:spMk id="76" creationId="{A9C6F9D9-BA88-8DEC-93F9-64C893EB02CF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0.529" v="104"/>
          <ac:spMkLst>
            <pc:docMk/>
            <pc:sldMk cId="0" sldId="258"/>
            <ac:spMk id="77" creationId="{11E5CD62-4F32-AC68-F80E-CD3A30254979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0.529" v="103"/>
          <ac:spMkLst>
            <pc:docMk/>
            <pc:sldMk cId="0" sldId="258"/>
            <ac:spMk id="78" creationId="{FBEB210C-4C4F-93E3-0FDA-8856A8806AAE}"/>
          </ac:spMkLst>
        </pc:spChg>
        <pc:spChg chg="add del mod">
          <ac:chgData name="Guest User" userId="S::urn:spo:tenantanon#7d922bb1-6c13-46b3-abcf-4663db002d60::" providerId="AD" clId="Web-{A35D6B10-EEB6-3BA9-A728-D25E89570872}" dt="2026-04-25T17:41:50.529" v="102"/>
          <ac:spMkLst>
            <pc:docMk/>
            <pc:sldMk cId="0" sldId="258"/>
            <ac:spMk id="79" creationId="{FC2741AB-E12B-74AE-BA4B-F386A2BADDA0}"/>
          </ac:spMkLst>
        </pc:spChg>
      </pc:sldChg>
    </pc:docChg>
  </pc:docChgLst>
  <pc:docChgLst>
    <pc:chgData name="Hamed Al Mujaini" userId="43729a80-d8ff-4568-ae18-c6dbe5a0e22d" providerId="ADAL" clId="{4C902DC9-8B0C-5486-9BCA-4246C4BD8254}"/>
    <pc:docChg chg="undo redo custSel modSld">
      <pc:chgData name="Hamed Al Mujaini" userId="43729a80-d8ff-4568-ae18-c6dbe5a0e22d" providerId="ADAL" clId="{4C902DC9-8B0C-5486-9BCA-4246C4BD8254}" dt="2026-04-26T14:52:01.293" v="559" actId="1076"/>
      <pc:docMkLst>
        <pc:docMk/>
      </pc:docMkLst>
      <pc:sldChg chg="modSp mod">
        <pc:chgData name="Hamed Al Mujaini" userId="43729a80-d8ff-4568-ae18-c6dbe5a0e22d" providerId="ADAL" clId="{4C902DC9-8B0C-5486-9BCA-4246C4BD8254}" dt="2026-04-26T14:26:44.618" v="97" actId="20577"/>
        <pc:sldMkLst>
          <pc:docMk/>
          <pc:sldMk cId="0" sldId="257"/>
        </pc:sldMkLst>
        <pc:spChg chg="mod">
          <ac:chgData name="Hamed Al Mujaini" userId="43729a80-d8ff-4568-ae18-c6dbe5a0e22d" providerId="ADAL" clId="{4C902DC9-8B0C-5486-9BCA-4246C4BD8254}" dt="2026-04-26T14:26:44.618" v="97" actId="20577"/>
          <ac:spMkLst>
            <pc:docMk/>
            <pc:sldMk cId="0" sldId="257"/>
            <ac:spMk id="25" creationId="{00000000-0000-0000-0000-000000000000}"/>
          </ac:spMkLst>
        </pc:spChg>
      </pc:sldChg>
      <pc:sldChg chg="modSp mod">
        <pc:chgData name="Hamed Al Mujaini" userId="43729a80-d8ff-4568-ae18-c6dbe5a0e22d" providerId="ADAL" clId="{4C902DC9-8B0C-5486-9BCA-4246C4BD8254}" dt="2026-04-26T14:44:47.243" v="511" actId="20577"/>
        <pc:sldMkLst>
          <pc:docMk/>
          <pc:sldMk cId="0" sldId="258"/>
        </pc:sldMkLst>
        <pc:spChg chg="mod">
          <ac:chgData name="Hamed Al Mujaini" userId="43729a80-d8ff-4568-ae18-c6dbe5a0e22d" providerId="ADAL" clId="{4C902DC9-8B0C-5486-9BCA-4246C4BD8254}" dt="2026-04-26T14:27:45.949" v="100" actId="1076"/>
          <ac:spMkLst>
            <pc:docMk/>
            <pc:sldMk cId="0" sldId="258"/>
            <ac:spMk id="166" creationId="{FA484CB3-FC1B-3E42-6578-4709CFE6BABE}"/>
          </ac:spMkLst>
        </pc:spChg>
        <pc:spChg chg="mod">
          <ac:chgData name="Hamed Al Mujaini" userId="43729a80-d8ff-4568-ae18-c6dbe5a0e22d" providerId="ADAL" clId="{4C902DC9-8B0C-5486-9BCA-4246C4BD8254}" dt="2026-04-26T14:27:52.058" v="101" actId="1076"/>
          <ac:spMkLst>
            <pc:docMk/>
            <pc:sldMk cId="0" sldId="258"/>
            <ac:spMk id="167" creationId="{C0F48B8B-2ACA-D88D-A6A2-FBAF44CA891B}"/>
          </ac:spMkLst>
        </pc:spChg>
        <pc:spChg chg="mod">
          <ac:chgData name="Hamed Al Mujaini" userId="43729a80-d8ff-4568-ae18-c6dbe5a0e22d" providerId="ADAL" clId="{4C902DC9-8B0C-5486-9BCA-4246C4BD8254}" dt="2026-04-26T14:28:00.379" v="103" actId="1076"/>
          <ac:spMkLst>
            <pc:docMk/>
            <pc:sldMk cId="0" sldId="258"/>
            <ac:spMk id="170" creationId="{24F9D7DF-363B-E1DD-D087-6D9553FC507D}"/>
          </ac:spMkLst>
        </pc:spChg>
        <pc:spChg chg="mod">
          <ac:chgData name="Hamed Al Mujaini" userId="43729a80-d8ff-4568-ae18-c6dbe5a0e22d" providerId="ADAL" clId="{4C902DC9-8B0C-5486-9BCA-4246C4BD8254}" dt="2026-04-26T14:31:58.417" v="114" actId="1076"/>
          <ac:spMkLst>
            <pc:docMk/>
            <pc:sldMk cId="0" sldId="258"/>
            <ac:spMk id="173" creationId="{BBAAFB16-C5E4-6AD7-33C4-125F6366A196}"/>
          </ac:spMkLst>
        </pc:spChg>
        <pc:spChg chg="mod">
          <ac:chgData name="Hamed Al Mujaini" userId="43729a80-d8ff-4568-ae18-c6dbe5a0e22d" providerId="ADAL" clId="{4C902DC9-8B0C-5486-9BCA-4246C4BD8254}" dt="2026-04-26T14:31:58.417" v="114" actId="1076"/>
          <ac:spMkLst>
            <pc:docMk/>
            <pc:sldMk cId="0" sldId="258"/>
            <ac:spMk id="174" creationId="{C16DCBA8-59E7-7107-2E92-01DBEB1326CA}"/>
          </ac:spMkLst>
        </pc:spChg>
        <pc:spChg chg="mod">
          <ac:chgData name="Hamed Al Mujaini" userId="43729a80-d8ff-4568-ae18-c6dbe5a0e22d" providerId="ADAL" clId="{4C902DC9-8B0C-5486-9BCA-4246C4BD8254}" dt="2026-04-26T14:42:17.503" v="301" actId="5793"/>
          <ac:spMkLst>
            <pc:docMk/>
            <pc:sldMk cId="0" sldId="258"/>
            <ac:spMk id="176" creationId="{DAE1952F-7CAA-044C-6704-4D8CC9D32FBD}"/>
          </ac:spMkLst>
        </pc:spChg>
        <pc:spChg chg="mod">
          <ac:chgData name="Hamed Al Mujaini" userId="43729a80-d8ff-4568-ae18-c6dbe5a0e22d" providerId="ADAL" clId="{4C902DC9-8B0C-5486-9BCA-4246C4BD8254}" dt="2026-04-26T14:32:20.604" v="115" actId="1076"/>
          <ac:spMkLst>
            <pc:docMk/>
            <pc:sldMk cId="0" sldId="258"/>
            <ac:spMk id="180" creationId="{6788510F-EFC4-7239-0794-B46EDFB9A550}"/>
          </ac:spMkLst>
        </pc:spChg>
        <pc:spChg chg="mod">
          <ac:chgData name="Hamed Al Mujaini" userId="43729a80-d8ff-4568-ae18-c6dbe5a0e22d" providerId="ADAL" clId="{4C902DC9-8B0C-5486-9BCA-4246C4BD8254}" dt="2026-04-26T14:32:20.604" v="115" actId="1076"/>
          <ac:spMkLst>
            <pc:docMk/>
            <pc:sldMk cId="0" sldId="258"/>
            <ac:spMk id="181" creationId="{E17C6E4B-8941-5258-3128-4C238E9CE4E4}"/>
          </ac:spMkLst>
        </pc:spChg>
        <pc:spChg chg="mod">
          <ac:chgData name="Hamed Al Mujaini" userId="43729a80-d8ff-4568-ae18-c6dbe5a0e22d" providerId="ADAL" clId="{4C902DC9-8B0C-5486-9BCA-4246C4BD8254}" dt="2026-04-26T14:44:19.439" v="476" actId="5793"/>
          <ac:spMkLst>
            <pc:docMk/>
            <pc:sldMk cId="0" sldId="258"/>
            <ac:spMk id="183" creationId="{A39D96C2-6928-77CD-A8DA-2026263E85C4}"/>
          </ac:spMkLst>
        </pc:spChg>
        <pc:spChg chg="mod">
          <ac:chgData name="Hamed Al Mujaini" userId="43729a80-d8ff-4568-ae18-c6dbe5a0e22d" providerId="ADAL" clId="{4C902DC9-8B0C-5486-9BCA-4246C4BD8254}" dt="2026-04-26T14:31:01.426" v="111" actId="1076"/>
          <ac:spMkLst>
            <pc:docMk/>
            <pc:sldMk cId="0" sldId="258"/>
            <ac:spMk id="187" creationId="{A98AE5BF-332C-8A35-42CF-5A847AF8554D}"/>
          </ac:spMkLst>
        </pc:spChg>
        <pc:spChg chg="mod">
          <ac:chgData name="Hamed Al Mujaini" userId="43729a80-d8ff-4568-ae18-c6dbe5a0e22d" providerId="ADAL" clId="{4C902DC9-8B0C-5486-9BCA-4246C4BD8254}" dt="2026-04-26T14:31:01.426" v="111" actId="1076"/>
          <ac:spMkLst>
            <pc:docMk/>
            <pc:sldMk cId="0" sldId="258"/>
            <ac:spMk id="188" creationId="{B0BEB5FF-AEBB-C222-14B9-4C9B0EC7DCAA}"/>
          </ac:spMkLst>
        </pc:spChg>
        <pc:spChg chg="mod">
          <ac:chgData name="Hamed Al Mujaini" userId="43729a80-d8ff-4568-ae18-c6dbe5a0e22d" providerId="ADAL" clId="{4C902DC9-8B0C-5486-9BCA-4246C4BD8254}" dt="2026-04-26T14:44:47.243" v="511" actId="20577"/>
          <ac:spMkLst>
            <pc:docMk/>
            <pc:sldMk cId="0" sldId="258"/>
            <ac:spMk id="190" creationId="{F52AB4A5-C3D1-C348-7746-5C0D5C921C2F}"/>
          </ac:spMkLst>
        </pc:spChg>
        <pc:spChg chg="mod">
          <ac:chgData name="Hamed Al Mujaini" userId="43729a80-d8ff-4568-ae18-c6dbe5a0e22d" providerId="ADAL" clId="{4C902DC9-8B0C-5486-9BCA-4246C4BD8254}" dt="2026-04-26T14:31:58.417" v="114" actId="1076"/>
          <ac:spMkLst>
            <pc:docMk/>
            <pc:sldMk cId="0" sldId="258"/>
            <ac:spMk id="194" creationId="{154E2F67-823A-718C-EB87-100F58272D2A}"/>
          </ac:spMkLst>
        </pc:spChg>
        <pc:spChg chg="mod">
          <ac:chgData name="Hamed Al Mujaini" userId="43729a80-d8ff-4568-ae18-c6dbe5a0e22d" providerId="ADAL" clId="{4C902DC9-8B0C-5486-9BCA-4246C4BD8254}" dt="2026-04-26T14:31:58.417" v="114" actId="1076"/>
          <ac:spMkLst>
            <pc:docMk/>
            <pc:sldMk cId="0" sldId="258"/>
            <ac:spMk id="195" creationId="{D4D42A5D-DB4B-4D27-4262-0F989DEF7265}"/>
          </ac:spMkLst>
        </pc:spChg>
        <pc:spChg chg="mod">
          <ac:chgData name="Hamed Al Mujaini" userId="43729a80-d8ff-4568-ae18-c6dbe5a0e22d" providerId="ADAL" clId="{4C902DC9-8B0C-5486-9BCA-4246C4BD8254}" dt="2026-04-26T14:32:20.604" v="115" actId="1076"/>
          <ac:spMkLst>
            <pc:docMk/>
            <pc:sldMk cId="0" sldId="258"/>
            <ac:spMk id="201" creationId="{8CA22FF7-97C8-4840-CAE4-5AE40417ADC3}"/>
          </ac:spMkLst>
        </pc:spChg>
        <pc:spChg chg="mod">
          <ac:chgData name="Hamed Al Mujaini" userId="43729a80-d8ff-4568-ae18-c6dbe5a0e22d" providerId="ADAL" clId="{4C902DC9-8B0C-5486-9BCA-4246C4BD8254}" dt="2026-04-26T14:32:20.604" v="115" actId="1076"/>
          <ac:spMkLst>
            <pc:docMk/>
            <pc:sldMk cId="0" sldId="258"/>
            <ac:spMk id="202" creationId="{DCF91D5A-FB12-4781-FC8C-7708D04D4B4E}"/>
          </ac:spMkLst>
        </pc:spChg>
        <pc:spChg chg="mod">
          <ac:chgData name="Hamed Al Mujaini" userId="43729a80-d8ff-4568-ae18-c6dbe5a0e22d" providerId="ADAL" clId="{4C902DC9-8B0C-5486-9BCA-4246C4BD8254}" dt="2026-04-26T14:31:01.426" v="111" actId="1076"/>
          <ac:spMkLst>
            <pc:docMk/>
            <pc:sldMk cId="0" sldId="258"/>
            <ac:spMk id="208" creationId="{6433F728-DAB6-DF90-B0D0-8912264E11EE}"/>
          </ac:spMkLst>
        </pc:spChg>
        <pc:spChg chg="mod">
          <ac:chgData name="Hamed Al Mujaini" userId="43729a80-d8ff-4568-ae18-c6dbe5a0e22d" providerId="ADAL" clId="{4C902DC9-8B0C-5486-9BCA-4246C4BD8254}" dt="2026-04-26T14:31:01.426" v="111" actId="1076"/>
          <ac:spMkLst>
            <pc:docMk/>
            <pc:sldMk cId="0" sldId="258"/>
            <ac:spMk id="209" creationId="{DE4055D6-6624-9AC6-1D41-D7021EE3DAD4}"/>
          </ac:spMkLst>
        </pc:spChg>
        <pc:spChg chg="mod">
          <ac:chgData name="Hamed Al Mujaini" userId="43729a80-d8ff-4568-ae18-c6dbe5a0e22d" providerId="ADAL" clId="{4C902DC9-8B0C-5486-9BCA-4246C4BD8254}" dt="2026-04-26T14:31:58.417" v="114" actId="1076"/>
          <ac:spMkLst>
            <pc:docMk/>
            <pc:sldMk cId="0" sldId="258"/>
            <ac:spMk id="215" creationId="{6DFF1F2A-18FE-623D-8EFF-9EF49170D87F}"/>
          </ac:spMkLst>
        </pc:spChg>
        <pc:spChg chg="mod">
          <ac:chgData name="Hamed Al Mujaini" userId="43729a80-d8ff-4568-ae18-c6dbe5a0e22d" providerId="ADAL" clId="{4C902DC9-8B0C-5486-9BCA-4246C4BD8254}" dt="2026-04-26T14:31:58.417" v="114" actId="1076"/>
          <ac:spMkLst>
            <pc:docMk/>
            <pc:sldMk cId="0" sldId="258"/>
            <ac:spMk id="216" creationId="{1EE81A68-E126-BF5B-339F-90DB0241AB1D}"/>
          </ac:spMkLst>
        </pc:spChg>
        <pc:spChg chg="mod">
          <ac:chgData name="Hamed Al Mujaini" userId="43729a80-d8ff-4568-ae18-c6dbe5a0e22d" providerId="ADAL" clId="{4C902DC9-8B0C-5486-9BCA-4246C4BD8254}" dt="2026-04-26T14:32:20.604" v="115" actId="1076"/>
          <ac:spMkLst>
            <pc:docMk/>
            <pc:sldMk cId="0" sldId="258"/>
            <ac:spMk id="222" creationId="{EEFFE34E-B1D9-0AA5-E42B-4F3432571E58}"/>
          </ac:spMkLst>
        </pc:spChg>
        <pc:spChg chg="mod">
          <ac:chgData name="Hamed Al Mujaini" userId="43729a80-d8ff-4568-ae18-c6dbe5a0e22d" providerId="ADAL" clId="{4C902DC9-8B0C-5486-9BCA-4246C4BD8254}" dt="2026-04-26T14:32:20.604" v="115" actId="1076"/>
          <ac:spMkLst>
            <pc:docMk/>
            <pc:sldMk cId="0" sldId="258"/>
            <ac:spMk id="223" creationId="{BF33E509-F1B7-A3EB-5025-E0B6ADE0A22F}"/>
          </ac:spMkLst>
        </pc:spChg>
      </pc:sldChg>
      <pc:sldChg chg="modSp mod">
        <pc:chgData name="Hamed Al Mujaini" userId="43729a80-d8ff-4568-ae18-c6dbe5a0e22d" providerId="ADAL" clId="{4C902DC9-8B0C-5486-9BCA-4246C4BD8254}" dt="2026-04-26T14:47:09.268" v="528" actId="20577"/>
        <pc:sldMkLst>
          <pc:docMk/>
          <pc:sldMk cId="0" sldId="259"/>
        </pc:sldMkLst>
        <pc:spChg chg="mod">
          <ac:chgData name="Hamed Al Mujaini" userId="43729a80-d8ff-4568-ae18-c6dbe5a0e22d" providerId="ADAL" clId="{4C902DC9-8B0C-5486-9BCA-4246C4BD8254}" dt="2026-04-26T14:45:53.971" v="512" actId="20577"/>
          <ac:spMkLst>
            <pc:docMk/>
            <pc:sldMk cId="0" sldId="259"/>
            <ac:spMk id="82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7:09.268" v="528" actId="20577"/>
          <ac:spMkLst>
            <pc:docMk/>
            <pc:sldMk cId="0" sldId="259"/>
            <ac:spMk id="94" creationId="{00000000-0000-0000-0000-000000000000}"/>
          </ac:spMkLst>
        </pc:spChg>
      </pc:sldChg>
      <pc:sldChg chg="delSp modSp mod">
        <pc:chgData name="Hamed Al Mujaini" userId="43729a80-d8ff-4568-ae18-c6dbe5a0e22d" providerId="ADAL" clId="{4C902DC9-8B0C-5486-9BCA-4246C4BD8254}" dt="2026-04-26T14:52:01.293" v="559" actId="1076"/>
        <pc:sldMkLst>
          <pc:docMk/>
          <pc:sldMk cId="0" sldId="260"/>
        </pc:sldMkLst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7:44.636" v="529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7:44.636" v="529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7:44.636" v="529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7:44.636" v="529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7:58.185" v="534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19" creationId="{00000000-0000-0000-0000-000000000000}"/>
          </ac:spMkLst>
        </pc:spChg>
        <pc:spChg chg="del mod">
          <ac:chgData name="Hamed Al Mujaini" userId="43729a80-d8ff-4568-ae18-c6dbe5a0e22d" providerId="ADAL" clId="{4C902DC9-8B0C-5486-9BCA-4246C4BD8254}" dt="2026-04-26T14:48:35.807" v="538" actId="478"/>
          <ac:spMkLst>
            <pc:docMk/>
            <pc:sldMk cId="0" sldId="260"/>
            <ac:spMk id="21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8:07.189" v="535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8:07.189" v="535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8:07.189" v="535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8:07.189" v="535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8:07.189" v="535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8:07.189" v="535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8:07.189" v="535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48:07.189" v="535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2:01.293" v="559" actId="1076"/>
          <ac:spMkLst>
            <pc:docMk/>
            <pc:sldMk cId="0" sldId="260"/>
            <ac:spMk id="34" creationId="{00000000-0000-0000-0000-000000000000}"/>
          </ac:spMkLst>
        </pc:spChg>
        <pc:spChg chg="del mod">
          <ac:chgData name="Hamed Al Mujaini" userId="43729a80-d8ff-4568-ae18-c6dbe5a0e22d" providerId="ADAL" clId="{4C902DC9-8B0C-5486-9BCA-4246C4BD8254}" dt="2026-04-26T14:48:37.934" v="539" actId="478"/>
          <ac:spMkLst>
            <pc:docMk/>
            <pc:sldMk cId="0" sldId="260"/>
            <ac:spMk id="36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1.758" v="558" actId="478"/>
          <ac:spMkLst>
            <pc:docMk/>
            <pc:sldMk cId="0" sldId="260"/>
            <ac:spMk id="37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38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39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40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41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42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43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44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45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46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51:50.791" v="557" actId="478"/>
          <ac:spMkLst>
            <pc:docMk/>
            <pc:sldMk cId="0" sldId="260"/>
            <ac:spMk id="47" creationId="{00000000-0000-0000-0000-000000000000}"/>
          </ac:spMkLst>
        </pc:spChg>
      </pc:sldChg>
      <pc:sldChg chg="addSp delSp modSp mod">
        <pc:chgData name="Hamed Al Mujaini" userId="43729a80-d8ff-4568-ae18-c6dbe5a0e22d" providerId="ADAL" clId="{4C902DC9-8B0C-5486-9BCA-4246C4BD8254}" dt="2026-04-26T14:50:40.716" v="556" actId="1076"/>
        <pc:sldMkLst>
          <pc:docMk/>
          <pc:sldMk cId="0" sldId="261"/>
        </pc:sldMkLst>
        <pc:spChg chg="add del">
          <ac:chgData name="Hamed Al Mujaini" userId="43729a80-d8ff-4568-ae18-c6dbe5a0e22d" providerId="ADAL" clId="{4C902DC9-8B0C-5486-9BCA-4246C4BD8254}" dt="2026-04-26T14:50:06.334" v="551" actId="478"/>
          <ac:spMkLst>
            <pc:docMk/>
            <pc:sldMk cId="0" sldId="261"/>
            <ac:spMk id="22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05.918" v="550" actId="20577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Hamed Al Mujaini" userId="43729a80-d8ff-4568-ae18-c6dbe5a0e22d" providerId="ADAL" clId="{4C902DC9-8B0C-5486-9BCA-4246C4BD8254}" dt="2026-04-26T14:49:33.791" v="543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Hamed Al Mujaini" userId="43729a80-d8ff-4568-ae18-c6dbe5a0e22d" providerId="ADAL" clId="{4C902DC9-8B0C-5486-9BCA-4246C4BD8254}" dt="2026-04-26T14:49:30.928" v="541" actId="478"/>
          <ac:spMkLst>
            <pc:docMk/>
            <pc:sldMk cId="0" sldId="261"/>
            <ac:spMk id="25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35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Hamed Al Mujaini" userId="43729a80-d8ff-4568-ae18-c6dbe5a0e22d" providerId="ADAL" clId="{4C902DC9-8B0C-5486-9BCA-4246C4BD8254}" dt="2026-04-26T14:50:40.716" v="556" actId="1076"/>
          <ac:spMkLst>
            <pc:docMk/>
            <pc:sldMk cId="0" sldId="261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23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7565-C4EF-2892-1102-B2C0CE2D6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CB93B-0FFC-AA26-74C1-060571F56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AE973-5310-A2DC-3300-C5BADEF4A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D982F-9E0F-3C75-508F-D4F3E3406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48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DB99-BC70-C9D3-9BFF-1906356E8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DBCE1-5B38-C1D1-80DE-AE056E8F0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2F780-A62E-1A03-58B7-979B4BF49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05840-FD2E-ACA8-A934-0F87AFD3D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OOP PROJECT — INITIAL PRESENTATION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12573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</a:t>
            </a:r>
            <a:endParaRPr lang="en-US" sz="5400"/>
          </a:p>
        </p:txBody>
      </p:sp>
      <p:sp>
        <p:nvSpPr>
          <p:cNvPr id="5" name="Text 3"/>
          <p:cNvSpPr/>
          <p:nvPr/>
        </p:nvSpPr>
        <p:spPr>
          <a:xfrm>
            <a:off x="548640" y="21717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540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9525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</a:rPr>
              <a:t>Khalid Al Awfi</a:t>
            </a:r>
          </a:p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</a:rPr>
              <a:t>24-0372</a:t>
            </a:r>
          </a:p>
        </p:txBody>
      </p:sp>
      <p:sp>
        <p:nvSpPr>
          <p:cNvPr id="11" name="Shape 9"/>
          <p:cNvSpPr/>
          <p:nvPr/>
        </p:nvSpPr>
        <p:spPr>
          <a:xfrm>
            <a:off x="2194560" y="4114800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9525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4560" y="4114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Rahman Al </a:t>
            </a:r>
            <a:r>
              <a:rPr lang="en-US" sz="11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Kiyumi</a:t>
            </a:r>
            <a:endParaRPr lang="en-US" sz="1100" b="1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24-0485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840480" y="4114800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9525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4114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Rahman Al </a:t>
            </a:r>
            <a:r>
              <a:rPr lang="en-US" sz="11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Brumi</a:t>
            </a:r>
            <a:endParaRPr lang="en-US" sz="1100" b="1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24-0482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5486400" y="4114800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9525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4114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Hamad AL </a:t>
            </a:r>
            <a:r>
              <a:rPr lang="en-US" sz="11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Mujaini</a:t>
            </a:r>
            <a:endParaRPr lang="en-US" sz="1100" b="1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24-0364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7132320" y="4114800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9525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0" y="4114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Waleed Al </a:t>
            </a:r>
            <a:r>
              <a:rPr lang="en-US" sz="11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Busaidi</a:t>
            </a:r>
            <a:endParaRPr lang="en-US" sz="1100" b="1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24-0054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April 2026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29184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>
                <a:solidFill>
                  <a:srgbClr val="E8833A"/>
                </a:solidFill>
                <a:latin typeface="Calibri"/>
                <a:ea typeface="Calibri"/>
                <a:cs typeface="Calibri"/>
              </a:rPr>
              <a:t>PURPOSE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917383"/>
            <a:ext cx="3566160" cy="86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 digital system for a car rental company that manages vehicles, customers, rentals, and payments.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>
                <a:solidFill>
                  <a:srgbClr val="E8833A"/>
                </a:solidFill>
                <a:latin typeface="Calibri"/>
                <a:ea typeface="Calibri"/>
                <a:cs typeface="Calibri"/>
              </a:rPr>
              <a:t>SCOPE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327083"/>
            <a:ext cx="3566160" cy="836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Multiple vehicle types with stock tracking, customer registration, rental processing with date-based pricing, and full exception handling for unavailable cars or invalid input.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389888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481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773168" y="1778983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/>
                <a:ea typeface="Calibri"/>
                <a:cs typeface="Calibri"/>
              </a:rPr>
              <a:t>Vehicle Fleet</a:t>
            </a:r>
          </a:p>
          <a:p>
            <a:endParaRPr lang="en-US" sz="1200" b="1">
              <a:solidFill>
                <a:srgbClr val="0F1E3D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73168" y="195681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Cars, SUVs, and luxury cars with distinct pricing logic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766560" y="1389888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76288" y="1481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876288" y="1682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Control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876288" y="195681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quantity per model; reject rentals when out of stock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663440" y="2532888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773168" y="2825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System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773168" y="309981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customers and link them to active rentals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6766560" y="2532888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76288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6876288" y="2825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Pricing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876288" y="306171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Daily rate × No. Days and the rates depend on the type of the car and the day of the week.</a:t>
            </a:r>
          </a:p>
        </p:txBody>
      </p:sp>
      <p:sp>
        <p:nvSpPr>
          <p:cNvPr id="26" name="Shape 24"/>
          <p:cNvSpPr/>
          <p:nvPr/>
        </p:nvSpPr>
        <p:spPr>
          <a:xfrm>
            <a:off x="4663440" y="3675888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3767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773168" y="3968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773168" y="424281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payment class composed within each rental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6766560" y="3675888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76288" y="3767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6876288" y="3968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6876288" y="424281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for unavailable cars &amp; bad input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8412480" y="48188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>
            <a:extLst>
              <a:ext uri="{FF2B5EF4-FFF2-40B4-BE49-F238E27FC236}">
                <a16:creationId xmlns:a16="http://schemas.microsoft.com/office/drawing/2014/main" id="{39D13550-12D7-E3F7-7EFD-DBEA1BCA3BBB}"/>
              </a:ext>
            </a:extLst>
          </p:cNvPr>
          <p:cNvSpPr/>
          <p:nvPr/>
        </p:nvSpPr>
        <p:spPr>
          <a:xfrm>
            <a:off x="267101" y="1597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>
                <a:solidFill>
                  <a:srgbClr val="D85A30"/>
                </a:solidFill>
              </a:rPr>
              <a:t>02  ·  ARCHITECTURE</a:t>
            </a:r>
            <a:endParaRPr lang="en-US" sz="900"/>
          </a:p>
        </p:txBody>
      </p:sp>
      <p:sp>
        <p:nvSpPr>
          <p:cNvPr id="148" name="Text 1">
            <a:extLst>
              <a:ext uri="{FF2B5EF4-FFF2-40B4-BE49-F238E27FC236}">
                <a16:creationId xmlns:a16="http://schemas.microsoft.com/office/drawing/2014/main" id="{FB26789B-2F1F-9DB0-1092-09E82E1A1230}"/>
              </a:ext>
            </a:extLst>
          </p:cNvPr>
          <p:cNvSpPr/>
          <p:nvPr/>
        </p:nvSpPr>
        <p:spPr>
          <a:xfrm>
            <a:off x="267101" y="37923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classes &amp; responsibilities</a:t>
            </a:r>
            <a:endParaRPr lang="en-US" sz="2800"/>
          </a:p>
        </p:txBody>
      </p:sp>
      <p:sp>
        <p:nvSpPr>
          <p:cNvPr id="163" name="Shape 16">
            <a:extLst>
              <a:ext uri="{FF2B5EF4-FFF2-40B4-BE49-F238E27FC236}">
                <a16:creationId xmlns:a16="http://schemas.microsoft.com/office/drawing/2014/main" id="{3BC004F5-B292-32BF-0AF1-C7386B3E3B9E}"/>
              </a:ext>
            </a:extLst>
          </p:cNvPr>
          <p:cNvSpPr/>
          <p:nvPr/>
        </p:nvSpPr>
        <p:spPr>
          <a:xfrm>
            <a:off x="267101" y="100281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C2E15EE5-35B8-2DB2-B90C-C8D94F50517C}"/>
              </a:ext>
            </a:extLst>
          </p:cNvPr>
          <p:cNvSpPr/>
          <p:nvPr/>
        </p:nvSpPr>
        <p:spPr>
          <a:xfrm>
            <a:off x="267101" y="1002813"/>
            <a:ext cx="50292" cy="1179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8">
            <a:extLst>
              <a:ext uri="{FF2B5EF4-FFF2-40B4-BE49-F238E27FC236}">
                <a16:creationId xmlns:a16="http://schemas.microsoft.com/office/drawing/2014/main" id="{DBDAB1FB-6EDE-507D-4B47-1FB66A3A2F8E}"/>
              </a:ext>
            </a:extLst>
          </p:cNvPr>
          <p:cNvSpPr/>
          <p:nvPr/>
        </p:nvSpPr>
        <p:spPr>
          <a:xfrm>
            <a:off x="408833" y="109425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/>
          </a:p>
        </p:txBody>
      </p:sp>
      <p:sp>
        <p:nvSpPr>
          <p:cNvPr id="166" name="Shape 19">
            <a:extLst>
              <a:ext uri="{FF2B5EF4-FFF2-40B4-BE49-F238E27FC236}">
                <a16:creationId xmlns:a16="http://schemas.microsoft.com/office/drawing/2014/main" id="{FA484CB3-FC1B-3E42-6578-4709CFE6BABE}"/>
              </a:ext>
            </a:extLst>
          </p:cNvPr>
          <p:cNvSpPr/>
          <p:nvPr/>
        </p:nvSpPr>
        <p:spPr>
          <a:xfrm>
            <a:off x="2327244" y="1107969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20">
            <a:extLst>
              <a:ext uri="{FF2B5EF4-FFF2-40B4-BE49-F238E27FC236}">
                <a16:creationId xmlns:a16="http://schemas.microsoft.com/office/drawing/2014/main" id="{C0F48B8B-2ACA-D88D-A6A2-FBAF44CA891B}"/>
              </a:ext>
            </a:extLst>
          </p:cNvPr>
          <p:cNvSpPr/>
          <p:nvPr/>
        </p:nvSpPr>
        <p:spPr>
          <a:xfrm>
            <a:off x="2327244" y="1109315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85041"/>
                </a:solidFill>
              </a:rPr>
              <a:t>base class</a:t>
            </a:r>
            <a:endParaRPr lang="en-US" sz="750"/>
          </a:p>
        </p:txBody>
      </p:sp>
      <p:sp>
        <p:nvSpPr>
          <p:cNvPr id="168" name="Shape 21">
            <a:extLst>
              <a:ext uri="{FF2B5EF4-FFF2-40B4-BE49-F238E27FC236}">
                <a16:creationId xmlns:a16="http://schemas.microsoft.com/office/drawing/2014/main" id="{45123500-BACB-CA1C-9135-4494DA13C2A0}"/>
              </a:ext>
            </a:extLst>
          </p:cNvPr>
          <p:cNvSpPr/>
          <p:nvPr/>
        </p:nvSpPr>
        <p:spPr>
          <a:xfrm>
            <a:off x="408833" y="136857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22">
            <a:extLst>
              <a:ext uri="{FF2B5EF4-FFF2-40B4-BE49-F238E27FC236}">
                <a16:creationId xmlns:a16="http://schemas.microsoft.com/office/drawing/2014/main" id="{151EFEE3-5C68-BF4B-5CBA-9CC69DF190C4}"/>
              </a:ext>
            </a:extLst>
          </p:cNvPr>
          <p:cNvSpPr/>
          <p:nvPr/>
        </p:nvSpPr>
        <p:spPr>
          <a:xfrm>
            <a:off x="408833" y="141429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base. Holds plate, model, year, daily rate. </a:t>
            </a:r>
            <a:endParaRPr lang="en-US" sz="850">
              <a:solidFill>
                <a:srgbClr val="FF0000"/>
              </a:solidFill>
            </a:endParaRPr>
          </a:p>
        </p:txBody>
      </p:sp>
      <p:sp>
        <p:nvSpPr>
          <p:cNvPr id="170" name="Shape 23">
            <a:extLst>
              <a:ext uri="{FF2B5EF4-FFF2-40B4-BE49-F238E27FC236}">
                <a16:creationId xmlns:a16="http://schemas.microsoft.com/office/drawing/2014/main" id="{24F9D7DF-363B-E1DD-D087-6D9553FC507D}"/>
              </a:ext>
            </a:extLst>
          </p:cNvPr>
          <p:cNvSpPr/>
          <p:nvPr/>
        </p:nvSpPr>
        <p:spPr>
          <a:xfrm>
            <a:off x="3077052" y="100281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24">
            <a:extLst>
              <a:ext uri="{FF2B5EF4-FFF2-40B4-BE49-F238E27FC236}">
                <a16:creationId xmlns:a16="http://schemas.microsoft.com/office/drawing/2014/main" id="{F7B27377-6C93-298F-5DFA-5DF5665D2BFA}"/>
              </a:ext>
            </a:extLst>
          </p:cNvPr>
          <p:cNvSpPr/>
          <p:nvPr/>
        </p:nvSpPr>
        <p:spPr>
          <a:xfrm>
            <a:off x="3077052" y="1002813"/>
            <a:ext cx="50292" cy="1179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25">
            <a:extLst>
              <a:ext uri="{FF2B5EF4-FFF2-40B4-BE49-F238E27FC236}">
                <a16:creationId xmlns:a16="http://schemas.microsoft.com/office/drawing/2014/main" id="{C85AB461-BBF0-57BA-3B8F-873362EFC95D}"/>
              </a:ext>
            </a:extLst>
          </p:cNvPr>
          <p:cNvSpPr/>
          <p:nvPr/>
        </p:nvSpPr>
        <p:spPr>
          <a:xfrm>
            <a:off x="3218784" y="109425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SportsCar · LuxuryCar</a:t>
            </a:r>
            <a:endParaRPr lang="en-US" sz="1100"/>
          </a:p>
        </p:txBody>
      </p:sp>
      <p:sp>
        <p:nvSpPr>
          <p:cNvPr id="173" name="Shape 26">
            <a:extLst>
              <a:ext uri="{FF2B5EF4-FFF2-40B4-BE49-F238E27FC236}">
                <a16:creationId xmlns:a16="http://schemas.microsoft.com/office/drawing/2014/main" id="{BBAAFB16-C5E4-6AD7-33C4-125F6366A196}"/>
              </a:ext>
            </a:extLst>
          </p:cNvPr>
          <p:cNvSpPr/>
          <p:nvPr/>
        </p:nvSpPr>
        <p:spPr>
          <a:xfrm>
            <a:off x="5105191" y="1107969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27">
            <a:extLst>
              <a:ext uri="{FF2B5EF4-FFF2-40B4-BE49-F238E27FC236}">
                <a16:creationId xmlns:a16="http://schemas.microsoft.com/office/drawing/2014/main" id="{C16DCBA8-59E7-7107-2E92-01DBEB1326CA}"/>
              </a:ext>
            </a:extLst>
          </p:cNvPr>
          <p:cNvSpPr/>
          <p:nvPr/>
        </p:nvSpPr>
        <p:spPr>
          <a:xfrm>
            <a:off x="5105191" y="1107969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712B13"/>
                </a:solidFill>
              </a:rPr>
              <a:t>subclasses</a:t>
            </a:r>
            <a:endParaRPr lang="en-US" sz="750"/>
          </a:p>
        </p:txBody>
      </p:sp>
      <p:sp>
        <p:nvSpPr>
          <p:cNvPr id="175" name="Shape 28">
            <a:extLst>
              <a:ext uri="{FF2B5EF4-FFF2-40B4-BE49-F238E27FC236}">
                <a16:creationId xmlns:a16="http://schemas.microsoft.com/office/drawing/2014/main" id="{64346C12-AA62-41F4-63E3-43ACEFED09AE}"/>
              </a:ext>
            </a:extLst>
          </p:cNvPr>
          <p:cNvSpPr/>
          <p:nvPr/>
        </p:nvSpPr>
        <p:spPr>
          <a:xfrm>
            <a:off x="3218784" y="136857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29">
            <a:extLst>
              <a:ext uri="{FF2B5EF4-FFF2-40B4-BE49-F238E27FC236}">
                <a16:creationId xmlns:a16="http://schemas.microsoft.com/office/drawing/2014/main" id="{DAE1952F-7CAA-044C-6704-4D8CC9D32FBD}"/>
              </a:ext>
            </a:extLst>
          </p:cNvPr>
          <p:cNvSpPr/>
          <p:nvPr/>
        </p:nvSpPr>
        <p:spPr>
          <a:xfrm>
            <a:off x="3218784" y="141429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Car. Will have special properties</a:t>
            </a:r>
          </a:p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SportsCar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hasTurbo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TrackMode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</a:t>
            </a:r>
          </a:p>
          <a:p>
            <a:pPr marL="0" indent="0" algn="l">
              <a:buNone/>
            </a:pPr>
            <a:endParaRPr lang="en-US" sz="85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LuxuryCar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isLuxuryBrand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..</a:t>
            </a:r>
            <a:endParaRPr lang="en-US" sz="850"/>
          </a:p>
        </p:txBody>
      </p:sp>
      <p:sp>
        <p:nvSpPr>
          <p:cNvPr id="177" name="Shape 30">
            <a:extLst>
              <a:ext uri="{FF2B5EF4-FFF2-40B4-BE49-F238E27FC236}">
                <a16:creationId xmlns:a16="http://schemas.microsoft.com/office/drawing/2014/main" id="{9F8BD20B-44B8-92EA-834D-9AED1DD3F7D4}"/>
              </a:ext>
            </a:extLst>
          </p:cNvPr>
          <p:cNvSpPr/>
          <p:nvPr/>
        </p:nvSpPr>
        <p:spPr>
          <a:xfrm>
            <a:off x="5887003" y="100281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31">
            <a:extLst>
              <a:ext uri="{FF2B5EF4-FFF2-40B4-BE49-F238E27FC236}">
                <a16:creationId xmlns:a16="http://schemas.microsoft.com/office/drawing/2014/main" id="{B5BC554E-AAA3-3A24-256B-CFFF64614D52}"/>
              </a:ext>
            </a:extLst>
          </p:cNvPr>
          <p:cNvSpPr/>
          <p:nvPr/>
        </p:nvSpPr>
        <p:spPr>
          <a:xfrm>
            <a:off x="5887003" y="1002813"/>
            <a:ext cx="50292" cy="1179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32">
            <a:extLst>
              <a:ext uri="{FF2B5EF4-FFF2-40B4-BE49-F238E27FC236}">
                <a16:creationId xmlns:a16="http://schemas.microsoft.com/office/drawing/2014/main" id="{47E2D258-D952-FC96-F257-941138C3F322}"/>
              </a:ext>
            </a:extLst>
          </p:cNvPr>
          <p:cNvSpPr/>
          <p:nvPr/>
        </p:nvSpPr>
        <p:spPr>
          <a:xfrm>
            <a:off x="6028735" y="109425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OffRoad · EV</a:t>
            </a:r>
            <a:endParaRPr lang="en-US" sz="1100"/>
          </a:p>
        </p:txBody>
      </p:sp>
      <p:sp>
        <p:nvSpPr>
          <p:cNvPr id="180" name="Shape 33">
            <a:extLst>
              <a:ext uri="{FF2B5EF4-FFF2-40B4-BE49-F238E27FC236}">
                <a16:creationId xmlns:a16="http://schemas.microsoft.com/office/drawing/2014/main" id="{6788510F-EFC4-7239-0794-B46EDFB9A550}"/>
              </a:ext>
            </a:extLst>
          </p:cNvPr>
          <p:cNvSpPr/>
          <p:nvPr/>
        </p:nvSpPr>
        <p:spPr>
          <a:xfrm>
            <a:off x="7943439" y="1103397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34">
            <a:extLst>
              <a:ext uri="{FF2B5EF4-FFF2-40B4-BE49-F238E27FC236}">
                <a16:creationId xmlns:a16="http://schemas.microsoft.com/office/drawing/2014/main" id="{E17C6E4B-8941-5258-3128-4C238E9CE4E4}"/>
              </a:ext>
            </a:extLst>
          </p:cNvPr>
          <p:cNvSpPr/>
          <p:nvPr/>
        </p:nvSpPr>
        <p:spPr>
          <a:xfrm>
            <a:off x="7943439" y="1103397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712B13"/>
                </a:solidFill>
              </a:rPr>
              <a:t>subclasses</a:t>
            </a:r>
            <a:endParaRPr lang="en-US" sz="750"/>
          </a:p>
        </p:txBody>
      </p:sp>
      <p:sp>
        <p:nvSpPr>
          <p:cNvPr id="182" name="Shape 35">
            <a:extLst>
              <a:ext uri="{FF2B5EF4-FFF2-40B4-BE49-F238E27FC236}">
                <a16:creationId xmlns:a16="http://schemas.microsoft.com/office/drawing/2014/main" id="{7624A8A1-1C29-FB73-5FA7-D67D996A9EC6}"/>
              </a:ext>
            </a:extLst>
          </p:cNvPr>
          <p:cNvSpPr/>
          <p:nvPr/>
        </p:nvSpPr>
        <p:spPr>
          <a:xfrm>
            <a:off x="6028735" y="136857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36">
            <a:extLst>
              <a:ext uri="{FF2B5EF4-FFF2-40B4-BE49-F238E27FC236}">
                <a16:creationId xmlns:a16="http://schemas.microsoft.com/office/drawing/2014/main" id="{A39D96C2-6928-77CD-A8DA-2026263E85C4}"/>
              </a:ext>
            </a:extLst>
          </p:cNvPr>
          <p:cNvSpPr/>
          <p:nvPr/>
        </p:nvSpPr>
        <p:spPr>
          <a:xfrm>
            <a:off x="6028735" y="141429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Car. Will have special properties </a:t>
            </a:r>
          </a:p>
          <a:p>
            <a:pPr marL="0" indent="0" algn="l">
              <a:buNone/>
            </a:pPr>
            <a:endParaRPr lang="en-US" sz="85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OffRoad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hasDiffLock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GroundClearnce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</a:t>
            </a:r>
          </a:p>
          <a:p>
            <a:pPr marL="0" indent="0" algn="l">
              <a:buNone/>
            </a:pPr>
            <a:endParaRPr lang="en-US" sz="85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– Range, </a:t>
            </a:r>
            <a:r>
              <a:rPr lang="en-US" sz="85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BatteryCapacity</a:t>
            </a: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</a:t>
            </a:r>
            <a:endParaRPr lang="en-US" sz="850"/>
          </a:p>
        </p:txBody>
      </p:sp>
      <p:sp>
        <p:nvSpPr>
          <p:cNvPr id="184" name="Shape 37">
            <a:extLst>
              <a:ext uri="{FF2B5EF4-FFF2-40B4-BE49-F238E27FC236}">
                <a16:creationId xmlns:a16="http://schemas.microsoft.com/office/drawing/2014/main" id="{E55F22ED-3B7D-E02C-5AB7-5395416CC051}"/>
              </a:ext>
            </a:extLst>
          </p:cNvPr>
          <p:cNvSpPr/>
          <p:nvPr/>
        </p:nvSpPr>
        <p:spPr>
          <a:xfrm>
            <a:off x="267101" y="228297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38">
            <a:extLst>
              <a:ext uri="{FF2B5EF4-FFF2-40B4-BE49-F238E27FC236}">
                <a16:creationId xmlns:a16="http://schemas.microsoft.com/office/drawing/2014/main" id="{1CBF779A-16C7-191D-98B8-35AED526218F}"/>
              </a:ext>
            </a:extLst>
          </p:cNvPr>
          <p:cNvSpPr/>
          <p:nvPr/>
        </p:nvSpPr>
        <p:spPr>
          <a:xfrm>
            <a:off x="267101" y="2282973"/>
            <a:ext cx="50292" cy="1179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39">
            <a:extLst>
              <a:ext uri="{FF2B5EF4-FFF2-40B4-BE49-F238E27FC236}">
                <a16:creationId xmlns:a16="http://schemas.microsoft.com/office/drawing/2014/main" id="{B0DCDD12-ADAA-9A11-7CCC-2221396602D7}"/>
              </a:ext>
            </a:extLst>
          </p:cNvPr>
          <p:cNvSpPr/>
          <p:nvPr/>
        </p:nvSpPr>
        <p:spPr>
          <a:xfrm>
            <a:off x="408833" y="237441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/>
          </a:p>
        </p:txBody>
      </p:sp>
      <p:sp>
        <p:nvSpPr>
          <p:cNvPr id="187" name="Shape 40">
            <a:extLst>
              <a:ext uri="{FF2B5EF4-FFF2-40B4-BE49-F238E27FC236}">
                <a16:creationId xmlns:a16="http://schemas.microsoft.com/office/drawing/2014/main" id="{A98AE5BF-332C-8A35-42CF-5A847AF8554D}"/>
              </a:ext>
            </a:extLst>
          </p:cNvPr>
          <p:cNvSpPr/>
          <p:nvPr/>
        </p:nvSpPr>
        <p:spPr>
          <a:xfrm>
            <a:off x="2327244" y="2383557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41">
            <a:extLst>
              <a:ext uri="{FF2B5EF4-FFF2-40B4-BE49-F238E27FC236}">
                <a16:creationId xmlns:a16="http://schemas.microsoft.com/office/drawing/2014/main" id="{B0BEB5FF-AEBB-C222-14B9-4C9B0EC7DCAA}"/>
              </a:ext>
            </a:extLst>
          </p:cNvPr>
          <p:cNvSpPr/>
          <p:nvPr/>
        </p:nvSpPr>
        <p:spPr>
          <a:xfrm>
            <a:off x="2327244" y="2383557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4532D"/>
                </a:solidFill>
              </a:rPr>
              <a:t>class</a:t>
            </a:r>
            <a:endParaRPr lang="en-US" sz="750"/>
          </a:p>
        </p:txBody>
      </p:sp>
      <p:sp>
        <p:nvSpPr>
          <p:cNvPr id="189" name="Shape 42">
            <a:extLst>
              <a:ext uri="{FF2B5EF4-FFF2-40B4-BE49-F238E27FC236}">
                <a16:creationId xmlns:a16="http://schemas.microsoft.com/office/drawing/2014/main" id="{AE897202-383A-9776-0775-37C29047BB71}"/>
              </a:ext>
            </a:extLst>
          </p:cNvPr>
          <p:cNvSpPr/>
          <p:nvPr/>
        </p:nvSpPr>
        <p:spPr>
          <a:xfrm>
            <a:off x="408833" y="264873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43">
            <a:extLst>
              <a:ext uri="{FF2B5EF4-FFF2-40B4-BE49-F238E27FC236}">
                <a16:creationId xmlns:a16="http://schemas.microsoft.com/office/drawing/2014/main" id="{F52AB4A5-C3D1-C348-7746-5C0D5C921C2F}"/>
              </a:ext>
            </a:extLst>
          </p:cNvPr>
          <p:cNvSpPr/>
          <p:nvPr/>
        </p:nvSpPr>
        <p:spPr>
          <a:xfrm>
            <a:off x="408833" y="269445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vector&lt;Car*&gt;. Add, remove, find available vehicles by type. Displays details about inventory.</a:t>
            </a:r>
            <a:endParaRPr lang="en-US" sz="850"/>
          </a:p>
        </p:txBody>
      </p:sp>
      <p:sp>
        <p:nvSpPr>
          <p:cNvPr id="191" name="Shape 44">
            <a:extLst>
              <a:ext uri="{FF2B5EF4-FFF2-40B4-BE49-F238E27FC236}">
                <a16:creationId xmlns:a16="http://schemas.microsoft.com/office/drawing/2014/main" id="{1B613763-35F9-CC48-E17F-332D8F4D96B0}"/>
              </a:ext>
            </a:extLst>
          </p:cNvPr>
          <p:cNvSpPr/>
          <p:nvPr/>
        </p:nvSpPr>
        <p:spPr>
          <a:xfrm>
            <a:off x="3077052" y="228297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45">
            <a:extLst>
              <a:ext uri="{FF2B5EF4-FFF2-40B4-BE49-F238E27FC236}">
                <a16:creationId xmlns:a16="http://schemas.microsoft.com/office/drawing/2014/main" id="{8C784355-2220-8CF9-FBD1-AD15DEA274CF}"/>
              </a:ext>
            </a:extLst>
          </p:cNvPr>
          <p:cNvSpPr/>
          <p:nvPr/>
        </p:nvSpPr>
        <p:spPr>
          <a:xfrm>
            <a:off x="3077052" y="2282973"/>
            <a:ext cx="50292" cy="1179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46">
            <a:extLst>
              <a:ext uri="{FF2B5EF4-FFF2-40B4-BE49-F238E27FC236}">
                <a16:creationId xmlns:a16="http://schemas.microsoft.com/office/drawing/2014/main" id="{DC5609C0-1523-ABEF-B9C9-9B9C6F0779E0}"/>
              </a:ext>
            </a:extLst>
          </p:cNvPr>
          <p:cNvSpPr/>
          <p:nvPr/>
        </p:nvSpPr>
        <p:spPr>
          <a:xfrm>
            <a:off x="3218784" y="237441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/>
          </a:p>
        </p:txBody>
      </p:sp>
      <p:sp>
        <p:nvSpPr>
          <p:cNvPr id="194" name="Shape 47">
            <a:extLst>
              <a:ext uri="{FF2B5EF4-FFF2-40B4-BE49-F238E27FC236}">
                <a16:creationId xmlns:a16="http://schemas.microsoft.com/office/drawing/2014/main" id="{154E2F67-823A-718C-EB87-100F58272D2A}"/>
              </a:ext>
            </a:extLst>
          </p:cNvPr>
          <p:cNvSpPr/>
          <p:nvPr/>
        </p:nvSpPr>
        <p:spPr>
          <a:xfrm>
            <a:off x="5105191" y="2383557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48">
            <a:extLst>
              <a:ext uri="{FF2B5EF4-FFF2-40B4-BE49-F238E27FC236}">
                <a16:creationId xmlns:a16="http://schemas.microsoft.com/office/drawing/2014/main" id="{D4D42A5D-DB4B-4D27-4262-0F989DEF7265}"/>
              </a:ext>
            </a:extLst>
          </p:cNvPr>
          <p:cNvSpPr/>
          <p:nvPr/>
        </p:nvSpPr>
        <p:spPr>
          <a:xfrm>
            <a:off x="5105191" y="2383557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E3A8A"/>
                </a:solidFill>
              </a:rPr>
              <a:t>class</a:t>
            </a:r>
            <a:endParaRPr lang="en-US" sz="750"/>
          </a:p>
        </p:txBody>
      </p:sp>
      <p:sp>
        <p:nvSpPr>
          <p:cNvPr id="196" name="Shape 49">
            <a:extLst>
              <a:ext uri="{FF2B5EF4-FFF2-40B4-BE49-F238E27FC236}">
                <a16:creationId xmlns:a16="http://schemas.microsoft.com/office/drawing/2014/main" id="{F748C4E0-1034-7D87-44D9-B0F6CB4E4BBB}"/>
              </a:ext>
            </a:extLst>
          </p:cNvPr>
          <p:cNvSpPr/>
          <p:nvPr/>
        </p:nvSpPr>
        <p:spPr>
          <a:xfrm>
            <a:off x="3218784" y="264873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50">
            <a:extLst>
              <a:ext uri="{FF2B5EF4-FFF2-40B4-BE49-F238E27FC236}">
                <a16:creationId xmlns:a16="http://schemas.microsoft.com/office/drawing/2014/main" id="{803D3EAE-C73B-932D-6F48-A3C871EAAA6F}"/>
              </a:ext>
            </a:extLst>
          </p:cNvPr>
          <p:cNvSpPr/>
          <p:nvPr/>
        </p:nvSpPr>
        <p:spPr>
          <a:xfrm>
            <a:off x="3218784" y="269445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ID, name, phone, license. Encapsulated with getters &amp; setters. Composes a RentalHistory object.</a:t>
            </a:r>
            <a:endParaRPr lang="en-US" sz="850"/>
          </a:p>
        </p:txBody>
      </p:sp>
      <p:sp>
        <p:nvSpPr>
          <p:cNvPr id="198" name="Shape 51">
            <a:extLst>
              <a:ext uri="{FF2B5EF4-FFF2-40B4-BE49-F238E27FC236}">
                <a16:creationId xmlns:a16="http://schemas.microsoft.com/office/drawing/2014/main" id="{02AA76BF-C81E-B7C0-15E0-E917298CD3C5}"/>
              </a:ext>
            </a:extLst>
          </p:cNvPr>
          <p:cNvSpPr/>
          <p:nvPr/>
        </p:nvSpPr>
        <p:spPr>
          <a:xfrm>
            <a:off x="5887003" y="228297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52">
            <a:extLst>
              <a:ext uri="{FF2B5EF4-FFF2-40B4-BE49-F238E27FC236}">
                <a16:creationId xmlns:a16="http://schemas.microsoft.com/office/drawing/2014/main" id="{25F39B90-F3FB-31E6-D026-36EC33532543}"/>
              </a:ext>
            </a:extLst>
          </p:cNvPr>
          <p:cNvSpPr/>
          <p:nvPr/>
        </p:nvSpPr>
        <p:spPr>
          <a:xfrm>
            <a:off x="5887003" y="2282973"/>
            <a:ext cx="50292" cy="1179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53">
            <a:extLst>
              <a:ext uri="{FF2B5EF4-FFF2-40B4-BE49-F238E27FC236}">
                <a16:creationId xmlns:a16="http://schemas.microsoft.com/office/drawing/2014/main" id="{627E7640-B82D-CC9A-5DFE-46E5363E7B98}"/>
              </a:ext>
            </a:extLst>
          </p:cNvPr>
          <p:cNvSpPr/>
          <p:nvPr/>
        </p:nvSpPr>
        <p:spPr>
          <a:xfrm>
            <a:off x="6028735" y="237441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RentalHistory</a:t>
            </a:r>
            <a:endParaRPr lang="en-US" sz="1100"/>
          </a:p>
        </p:txBody>
      </p:sp>
      <p:sp>
        <p:nvSpPr>
          <p:cNvPr id="201" name="Shape 54">
            <a:extLst>
              <a:ext uri="{FF2B5EF4-FFF2-40B4-BE49-F238E27FC236}">
                <a16:creationId xmlns:a16="http://schemas.microsoft.com/office/drawing/2014/main" id="{8CA22FF7-97C8-4840-CAE4-5AE40417ADC3}"/>
              </a:ext>
            </a:extLst>
          </p:cNvPr>
          <p:cNvSpPr/>
          <p:nvPr/>
        </p:nvSpPr>
        <p:spPr>
          <a:xfrm>
            <a:off x="7943439" y="2383557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55">
            <a:extLst>
              <a:ext uri="{FF2B5EF4-FFF2-40B4-BE49-F238E27FC236}">
                <a16:creationId xmlns:a16="http://schemas.microsoft.com/office/drawing/2014/main" id="{DCF91D5A-FB12-4781-FC8C-7708D04D4B4E}"/>
              </a:ext>
            </a:extLst>
          </p:cNvPr>
          <p:cNvSpPr/>
          <p:nvPr/>
        </p:nvSpPr>
        <p:spPr>
          <a:xfrm>
            <a:off x="7943439" y="2383557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E3A8A"/>
                </a:solidFill>
              </a:rPr>
              <a:t>class</a:t>
            </a:r>
            <a:endParaRPr lang="en-US" sz="750"/>
          </a:p>
        </p:txBody>
      </p:sp>
      <p:sp>
        <p:nvSpPr>
          <p:cNvPr id="203" name="Shape 56">
            <a:extLst>
              <a:ext uri="{FF2B5EF4-FFF2-40B4-BE49-F238E27FC236}">
                <a16:creationId xmlns:a16="http://schemas.microsoft.com/office/drawing/2014/main" id="{1F604E8E-35FC-99BE-C435-8BB674BB8B0B}"/>
              </a:ext>
            </a:extLst>
          </p:cNvPr>
          <p:cNvSpPr/>
          <p:nvPr/>
        </p:nvSpPr>
        <p:spPr>
          <a:xfrm>
            <a:off x="6028735" y="264873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57">
            <a:extLst>
              <a:ext uri="{FF2B5EF4-FFF2-40B4-BE49-F238E27FC236}">
                <a16:creationId xmlns:a16="http://schemas.microsoft.com/office/drawing/2014/main" id="{BD6DBE04-EA8B-D49B-D0F3-B7D2A3589DF2}"/>
              </a:ext>
            </a:extLst>
          </p:cNvPr>
          <p:cNvSpPr/>
          <p:nvPr/>
        </p:nvSpPr>
        <p:spPr>
          <a:xfrm>
            <a:off x="6028735" y="269445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Customer. Stores past bookings and ratings. Supports history display and review retrieval.</a:t>
            </a:r>
            <a:endParaRPr lang="en-US" sz="850"/>
          </a:p>
        </p:txBody>
      </p:sp>
      <p:sp>
        <p:nvSpPr>
          <p:cNvPr id="205" name="Shape 58">
            <a:extLst>
              <a:ext uri="{FF2B5EF4-FFF2-40B4-BE49-F238E27FC236}">
                <a16:creationId xmlns:a16="http://schemas.microsoft.com/office/drawing/2014/main" id="{EDD6BD28-1880-1CA3-F8D5-9A0C8464722B}"/>
              </a:ext>
            </a:extLst>
          </p:cNvPr>
          <p:cNvSpPr/>
          <p:nvPr/>
        </p:nvSpPr>
        <p:spPr>
          <a:xfrm>
            <a:off x="267101" y="356313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59">
            <a:extLst>
              <a:ext uri="{FF2B5EF4-FFF2-40B4-BE49-F238E27FC236}">
                <a16:creationId xmlns:a16="http://schemas.microsoft.com/office/drawing/2014/main" id="{33997885-E4A5-668C-61A8-C6F2EA72FA53}"/>
              </a:ext>
            </a:extLst>
          </p:cNvPr>
          <p:cNvSpPr/>
          <p:nvPr/>
        </p:nvSpPr>
        <p:spPr>
          <a:xfrm>
            <a:off x="267101" y="3563133"/>
            <a:ext cx="50292" cy="1179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60">
            <a:extLst>
              <a:ext uri="{FF2B5EF4-FFF2-40B4-BE49-F238E27FC236}">
                <a16:creationId xmlns:a16="http://schemas.microsoft.com/office/drawing/2014/main" id="{5FDD79AB-7D47-55B5-BF1A-950589C9A853}"/>
              </a:ext>
            </a:extLst>
          </p:cNvPr>
          <p:cNvSpPr/>
          <p:nvPr/>
        </p:nvSpPr>
        <p:spPr>
          <a:xfrm>
            <a:off x="408833" y="365457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/>
          </a:p>
        </p:txBody>
      </p:sp>
      <p:sp>
        <p:nvSpPr>
          <p:cNvPr id="208" name="Shape 61">
            <a:extLst>
              <a:ext uri="{FF2B5EF4-FFF2-40B4-BE49-F238E27FC236}">
                <a16:creationId xmlns:a16="http://schemas.microsoft.com/office/drawing/2014/main" id="{6433F728-DAB6-DF90-B0D0-8912264E11EE}"/>
              </a:ext>
            </a:extLst>
          </p:cNvPr>
          <p:cNvSpPr/>
          <p:nvPr/>
        </p:nvSpPr>
        <p:spPr>
          <a:xfrm>
            <a:off x="2327244" y="3663717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F3EFFF"/>
          </a:solidFill>
          <a:ln w="12700">
            <a:solidFill>
              <a:srgbClr val="F3E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62">
            <a:extLst>
              <a:ext uri="{FF2B5EF4-FFF2-40B4-BE49-F238E27FC236}">
                <a16:creationId xmlns:a16="http://schemas.microsoft.com/office/drawing/2014/main" id="{DE4055D6-6624-9AC6-1D41-D7021EE3DAD4}"/>
              </a:ext>
            </a:extLst>
          </p:cNvPr>
          <p:cNvSpPr/>
          <p:nvPr/>
        </p:nvSpPr>
        <p:spPr>
          <a:xfrm>
            <a:off x="2327244" y="3663717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3B0764"/>
                </a:solidFill>
              </a:rPr>
              <a:t>class</a:t>
            </a:r>
            <a:endParaRPr lang="en-US" sz="750"/>
          </a:p>
        </p:txBody>
      </p:sp>
      <p:sp>
        <p:nvSpPr>
          <p:cNvPr id="210" name="Shape 63">
            <a:extLst>
              <a:ext uri="{FF2B5EF4-FFF2-40B4-BE49-F238E27FC236}">
                <a16:creationId xmlns:a16="http://schemas.microsoft.com/office/drawing/2014/main" id="{5840AFAA-3A01-944C-7BB5-6ECEC6953B71}"/>
              </a:ext>
            </a:extLst>
          </p:cNvPr>
          <p:cNvSpPr/>
          <p:nvPr/>
        </p:nvSpPr>
        <p:spPr>
          <a:xfrm>
            <a:off x="408833" y="392889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Text 64">
            <a:extLst>
              <a:ext uri="{FF2B5EF4-FFF2-40B4-BE49-F238E27FC236}">
                <a16:creationId xmlns:a16="http://schemas.microsoft.com/office/drawing/2014/main" id="{5F45A089-B65D-B964-56E0-70C9D11E74D1}"/>
              </a:ext>
            </a:extLst>
          </p:cNvPr>
          <p:cNvSpPr/>
          <p:nvPr/>
        </p:nvSpPr>
        <p:spPr>
          <a:xfrm>
            <a:off x="408833" y="397461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Standalone staff class. Processes bookings, adds/removes cars, and displays in-stock vehicles via terminal menu.</a:t>
            </a:r>
          </a:p>
        </p:txBody>
      </p:sp>
      <p:sp>
        <p:nvSpPr>
          <p:cNvPr id="212" name="Shape 65">
            <a:extLst>
              <a:ext uri="{FF2B5EF4-FFF2-40B4-BE49-F238E27FC236}">
                <a16:creationId xmlns:a16="http://schemas.microsoft.com/office/drawing/2014/main" id="{1E5E555C-4156-5104-C556-9AACE081B9A6}"/>
              </a:ext>
            </a:extLst>
          </p:cNvPr>
          <p:cNvSpPr/>
          <p:nvPr/>
        </p:nvSpPr>
        <p:spPr>
          <a:xfrm>
            <a:off x="3077052" y="356313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66">
            <a:extLst>
              <a:ext uri="{FF2B5EF4-FFF2-40B4-BE49-F238E27FC236}">
                <a16:creationId xmlns:a16="http://schemas.microsoft.com/office/drawing/2014/main" id="{748E07D7-A1B9-AF4B-2845-8F0F1D3BDD85}"/>
              </a:ext>
            </a:extLst>
          </p:cNvPr>
          <p:cNvSpPr/>
          <p:nvPr/>
        </p:nvSpPr>
        <p:spPr>
          <a:xfrm>
            <a:off x="3077052" y="3563133"/>
            <a:ext cx="50292" cy="1179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67">
            <a:extLst>
              <a:ext uri="{FF2B5EF4-FFF2-40B4-BE49-F238E27FC236}">
                <a16:creationId xmlns:a16="http://schemas.microsoft.com/office/drawing/2014/main" id="{A247CDE6-6FEE-F35D-E09E-AB8F60C762EF}"/>
              </a:ext>
            </a:extLst>
          </p:cNvPr>
          <p:cNvSpPr/>
          <p:nvPr/>
        </p:nvSpPr>
        <p:spPr>
          <a:xfrm>
            <a:off x="3218784" y="365457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00"/>
          </a:p>
        </p:txBody>
      </p:sp>
      <p:sp>
        <p:nvSpPr>
          <p:cNvPr id="215" name="Shape 68">
            <a:extLst>
              <a:ext uri="{FF2B5EF4-FFF2-40B4-BE49-F238E27FC236}">
                <a16:creationId xmlns:a16="http://schemas.microsoft.com/office/drawing/2014/main" id="{6DFF1F2A-18FE-623D-8EFF-9EF49170D87F}"/>
              </a:ext>
            </a:extLst>
          </p:cNvPr>
          <p:cNvSpPr/>
          <p:nvPr/>
        </p:nvSpPr>
        <p:spPr>
          <a:xfrm>
            <a:off x="5105191" y="3663717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69">
            <a:extLst>
              <a:ext uri="{FF2B5EF4-FFF2-40B4-BE49-F238E27FC236}">
                <a16:creationId xmlns:a16="http://schemas.microsoft.com/office/drawing/2014/main" id="{1EE81A68-E126-BF5B-339F-90DB0241AB1D}"/>
              </a:ext>
            </a:extLst>
          </p:cNvPr>
          <p:cNvSpPr/>
          <p:nvPr/>
        </p:nvSpPr>
        <p:spPr>
          <a:xfrm>
            <a:off x="5105191" y="3663717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451A03"/>
                </a:solidFill>
              </a:rPr>
              <a:t>class</a:t>
            </a:r>
            <a:endParaRPr lang="en-US" sz="750"/>
          </a:p>
        </p:txBody>
      </p:sp>
      <p:sp>
        <p:nvSpPr>
          <p:cNvPr id="217" name="Shape 70">
            <a:extLst>
              <a:ext uri="{FF2B5EF4-FFF2-40B4-BE49-F238E27FC236}">
                <a16:creationId xmlns:a16="http://schemas.microsoft.com/office/drawing/2014/main" id="{8EAF7A26-6A61-6B86-7A84-1592E7FBA1EA}"/>
              </a:ext>
            </a:extLst>
          </p:cNvPr>
          <p:cNvSpPr/>
          <p:nvPr/>
        </p:nvSpPr>
        <p:spPr>
          <a:xfrm>
            <a:off x="3218784" y="392889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71">
            <a:extLst>
              <a:ext uri="{FF2B5EF4-FFF2-40B4-BE49-F238E27FC236}">
                <a16:creationId xmlns:a16="http://schemas.microsoft.com/office/drawing/2014/main" id="{8E2B3A9C-DEC1-9D41-F685-2A6504C58E1B}"/>
              </a:ext>
            </a:extLst>
          </p:cNvPr>
          <p:cNvSpPr/>
          <p:nvPr/>
        </p:nvSpPr>
        <p:spPr>
          <a:xfrm>
            <a:off x="3218784" y="397461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Customer and Car. Composes a Payment and Date. Handles receipt output.</a:t>
            </a:r>
            <a:endParaRPr lang="en-US" sz="850"/>
          </a:p>
        </p:txBody>
      </p:sp>
      <p:sp>
        <p:nvSpPr>
          <p:cNvPr id="219" name="Shape 72">
            <a:extLst>
              <a:ext uri="{FF2B5EF4-FFF2-40B4-BE49-F238E27FC236}">
                <a16:creationId xmlns:a16="http://schemas.microsoft.com/office/drawing/2014/main" id="{A10F63D8-5A28-8CFA-B6BA-9FF9A04197B2}"/>
              </a:ext>
            </a:extLst>
          </p:cNvPr>
          <p:cNvSpPr/>
          <p:nvPr/>
        </p:nvSpPr>
        <p:spPr>
          <a:xfrm>
            <a:off x="5887003" y="3563133"/>
            <a:ext cx="2700223" cy="1179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73">
            <a:extLst>
              <a:ext uri="{FF2B5EF4-FFF2-40B4-BE49-F238E27FC236}">
                <a16:creationId xmlns:a16="http://schemas.microsoft.com/office/drawing/2014/main" id="{949B4D07-6DCD-D650-168B-C36452557B7B}"/>
              </a:ext>
            </a:extLst>
          </p:cNvPr>
          <p:cNvSpPr/>
          <p:nvPr/>
        </p:nvSpPr>
        <p:spPr>
          <a:xfrm>
            <a:off x="5887003" y="3563133"/>
            <a:ext cx="50292" cy="1179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74">
            <a:extLst>
              <a:ext uri="{FF2B5EF4-FFF2-40B4-BE49-F238E27FC236}">
                <a16:creationId xmlns:a16="http://schemas.microsoft.com/office/drawing/2014/main" id="{1076602F-C5FE-D40A-4928-5029BD623243}"/>
              </a:ext>
            </a:extLst>
          </p:cNvPr>
          <p:cNvSpPr/>
          <p:nvPr/>
        </p:nvSpPr>
        <p:spPr>
          <a:xfrm>
            <a:off x="6028735" y="3654573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· Date</a:t>
            </a:r>
            <a:endParaRPr lang="en-US" sz="1100"/>
          </a:p>
        </p:txBody>
      </p:sp>
      <p:sp>
        <p:nvSpPr>
          <p:cNvPr id="222" name="Shape 75">
            <a:extLst>
              <a:ext uri="{FF2B5EF4-FFF2-40B4-BE49-F238E27FC236}">
                <a16:creationId xmlns:a16="http://schemas.microsoft.com/office/drawing/2014/main" id="{EEFFE34E-B1D9-0AA5-E42B-4F3432571E58}"/>
              </a:ext>
            </a:extLst>
          </p:cNvPr>
          <p:cNvSpPr/>
          <p:nvPr/>
        </p:nvSpPr>
        <p:spPr>
          <a:xfrm>
            <a:off x="7943439" y="3663717"/>
            <a:ext cx="521208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Text 76">
            <a:extLst>
              <a:ext uri="{FF2B5EF4-FFF2-40B4-BE49-F238E27FC236}">
                <a16:creationId xmlns:a16="http://schemas.microsoft.com/office/drawing/2014/main" id="{BF33E509-F1B7-A3EB-5025-E0B6ADE0A22F}"/>
              </a:ext>
            </a:extLst>
          </p:cNvPr>
          <p:cNvSpPr/>
          <p:nvPr/>
        </p:nvSpPr>
        <p:spPr>
          <a:xfrm>
            <a:off x="7943439" y="3663717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451A03"/>
                </a:solidFill>
              </a:rPr>
              <a:t>classes</a:t>
            </a:r>
            <a:endParaRPr lang="en-US" sz="750"/>
          </a:p>
        </p:txBody>
      </p:sp>
      <p:sp>
        <p:nvSpPr>
          <p:cNvPr id="224" name="Shape 77">
            <a:extLst>
              <a:ext uri="{FF2B5EF4-FFF2-40B4-BE49-F238E27FC236}">
                <a16:creationId xmlns:a16="http://schemas.microsoft.com/office/drawing/2014/main" id="{EC0DAE5D-EB93-9BB0-8EEE-3029261C8F00}"/>
              </a:ext>
            </a:extLst>
          </p:cNvPr>
          <p:cNvSpPr/>
          <p:nvPr/>
        </p:nvSpPr>
        <p:spPr>
          <a:xfrm>
            <a:off x="6028735" y="3928893"/>
            <a:ext cx="248533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78">
            <a:extLst>
              <a:ext uri="{FF2B5EF4-FFF2-40B4-BE49-F238E27FC236}">
                <a16:creationId xmlns:a16="http://schemas.microsoft.com/office/drawing/2014/main" id="{CEACCD67-30A4-C59B-3388-56CD9D79E6CB}"/>
              </a:ext>
            </a:extLst>
          </p:cNvPr>
          <p:cNvSpPr/>
          <p:nvPr/>
        </p:nvSpPr>
        <p:spPr>
          <a:xfrm>
            <a:off x="6028735" y="3974613"/>
            <a:ext cx="248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owned by Booking. Payment handles amount &amp; method. Date is for rental duration.</a:t>
            </a:r>
            <a:endParaRPr lang="en-US" sz="850"/>
          </a:p>
        </p:txBody>
      </p:sp>
      <p:sp>
        <p:nvSpPr>
          <p:cNvPr id="226" name="Text 79">
            <a:extLst>
              <a:ext uri="{FF2B5EF4-FFF2-40B4-BE49-F238E27FC236}">
                <a16:creationId xmlns:a16="http://schemas.microsoft.com/office/drawing/2014/main" id="{2643F9AC-84DF-F28E-3BEB-555A5DDD15E0}"/>
              </a:ext>
            </a:extLst>
          </p:cNvPr>
          <p:cNvSpPr/>
          <p:nvPr/>
        </p:nvSpPr>
        <p:spPr>
          <a:xfrm>
            <a:off x="8333888" y="49014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AAAAA"/>
                </a:solidFill>
              </a:rPr>
              <a:t>3 / 6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8833A"/>
                </a:solidFill>
                <a:latin typeface="Calibri" pitchFamily="34" charset="0"/>
              </a:rPr>
              <a:t>03 · RELATIONSHIPS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E3D"/>
                </a:solidFill>
                <a:latin typeface="Calibri" pitchFamily="34" charset="0"/>
              </a:rPr>
              <a:t>Inheritance — </a:t>
            </a:r>
            <a:r>
              <a:rPr lang="en-US" sz="3200" b="1">
                <a:solidFill>
                  <a:srgbClr val="1E40AF"/>
                </a:solidFill>
                <a:latin typeface="Calibri" pitchFamily="34" charset="0"/>
              </a:rPr>
              <a:t>IS-A relationships</a:t>
            </a:r>
          </a:p>
        </p:txBody>
      </p:sp>
      <p:sp>
        <p:nvSpPr>
          <p:cNvPr id="30" name="CarBox"/>
          <p:cNvSpPr/>
          <p:nvPr/>
        </p:nvSpPr>
        <p:spPr>
          <a:xfrm>
            <a:off x="1554600" y="1850000"/>
            <a:ext cx="1920000" cy="6400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arName"/>
          <p:cNvSpPr/>
          <p:nvPr/>
        </p:nvSpPr>
        <p:spPr>
          <a:xfrm>
            <a:off x="1554600" y="1898000"/>
            <a:ext cx="192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</a:rPr>
              <a:t>Car</a:t>
            </a:r>
          </a:p>
        </p:txBody>
      </p:sp>
      <p:sp>
        <p:nvSpPr>
          <p:cNvPr id="32" name="CarSub"/>
          <p:cNvSpPr/>
          <p:nvPr/>
        </p:nvSpPr>
        <p:spPr>
          <a:xfrm>
            <a:off x="1554600" y="2208000"/>
            <a:ext cx="1920000" cy="28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abstract base class · virtual</a:t>
            </a:r>
          </a:p>
        </p:txBody>
      </p:sp>
      <p:sp>
        <p:nvSpPr>
          <p:cNvPr id="41" name="LineCarToH"/>
          <p:cNvSpPr/>
          <p:nvPr/>
        </p:nvSpPr>
        <p:spPr>
          <a:xfrm>
            <a:off x="2514600" y="2490000"/>
            <a:ext cx="0" cy="46000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HorizLine"/>
          <p:cNvSpPr/>
          <p:nvPr/>
        </p:nvSpPr>
        <p:spPr>
          <a:xfrm>
            <a:off x="846000" y="2950000"/>
            <a:ext cx="333720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DropSports"/>
          <p:cNvSpPr/>
          <p:nvPr/>
        </p:nvSpPr>
        <p:spPr>
          <a:xfrm>
            <a:off x="846000" y="2950000"/>
            <a:ext cx="0" cy="22860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DropLuxury"/>
          <p:cNvSpPr/>
          <p:nvPr/>
        </p:nvSpPr>
        <p:spPr>
          <a:xfrm>
            <a:off x="1958400" y="2950000"/>
            <a:ext cx="0" cy="22860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DropOffroad"/>
          <p:cNvSpPr/>
          <p:nvPr/>
        </p:nvSpPr>
        <p:spPr>
          <a:xfrm>
            <a:off x="3070800" y="2950000"/>
            <a:ext cx="0" cy="22860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DropEV"/>
          <p:cNvSpPr/>
          <p:nvPr/>
        </p:nvSpPr>
        <p:spPr>
          <a:xfrm>
            <a:off x="4183200" y="2950000"/>
            <a:ext cx="0" cy="22860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portsBox"/>
          <p:cNvSpPr/>
          <p:nvPr/>
        </p:nvSpPr>
        <p:spPr>
          <a:xfrm>
            <a:off x="351000" y="3178600"/>
            <a:ext cx="9900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portsName"/>
          <p:cNvSpPr/>
          <p:nvPr/>
        </p:nvSpPr>
        <p:spPr>
          <a:xfrm>
            <a:off x="351000" y="3218600"/>
            <a:ext cx="9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err="1">
                <a:solidFill>
                  <a:srgbClr val="203864"/>
                </a:solidFill>
                <a:latin typeface="Calibri"/>
                <a:ea typeface="Calibri"/>
                <a:cs typeface="Calibri"/>
              </a:rPr>
              <a:t>SportsCar</a:t>
            </a:r>
          </a:p>
        </p:txBody>
      </p:sp>
      <p:sp>
        <p:nvSpPr>
          <p:cNvPr id="52" name="SportsSub"/>
          <p:cNvSpPr/>
          <p:nvPr/>
        </p:nvSpPr>
        <p:spPr>
          <a:xfrm>
            <a:off x="351000" y="3518600"/>
            <a:ext cx="9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</a:rPr>
              <a:t>turbo, 0-100 time</a:t>
            </a:r>
          </a:p>
        </p:txBody>
      </p:sp>
      <p:sp>
        <p:nvSpPr>
          <p:cNvPr id="60" name="LuxuryBox"/>
          <p:cNvSpPr/>
          <p:nvPr/>
        </p:nvSpPr>
        <p:spPr>
          <a:xfrm>
            <a:off x="1463400" y="3178600"/>
            <a:ext cx="9900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LuxuryName"/>
          <p:cNvSpPr/>
          <p:nvPr/>
        </p:nvSpPr>
        <p:spPr>
          <a:xfrm>
            <a:off x="1463400" y="3218600"/>
            <a:ext cx="9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err="1">
                <a:solidFill>
                  <a:srgbClr val="203864"/>
                </a:solidFill>
                <a:latin typeface="Calibri"/>
                <a:ea typeface="Calibri"/>
                <a:cs typeface="Calibri"/>
              </a:rPr>
              <a:t>LuxuryCar</a:t>
            </a:r>
            <a:endParaRPr lang="en-US" sz="1100" b="1">
              <a:solidFill>
                <a:srgbClr val="20386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LuxurySub"/>
          <p:cNvSpPr/>
          <p:nvPr/>
        </p:nvSpPr>
        <p:spPr>
          <a:xfrm>
            <a:off x="1463400" y="3518600"/>
            <a:ext cx="9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</a:rPr>
              <a:t>brand tier, extras</a:t>
            </a:r>
          </a:p>
        </p:txBody>
      </p:sp>
      <p:sp>
        <p:nvSpPr>
          <p:cNvPr id="70" name="OffRoadBox"/>
          <p:cNvSpPr/>
          <p:nvPr/>
        </p:nvSpPr>
        <p:spPr>
          <a:xfrm>
            <a:off x="2575800" y="3178600"/>
            <a:ext cx="9900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ffRoadName"/>
          <p:cNvSpPr/>
          <p:nvPr/>
        </p:nvSpPr>
        <p:spPr>
          <a:xfrm>
            <a:off x="2575800" y="3218600"/>
            <a:ext cx="9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err="1">
                <a:solidFill>
                  <a:srgbClr val="203864"/>
                </a:solidFill>
                <a:latin typeface="Calibri"/>
                <a:ea typeface="Calibri"/>
                <a:cs typeface="Calibri"/>
              </a:rPr>
              <a:t>OffRoad</a:t>
            </a:r>
            <a:endParaRPr lang="en-US" sz="1100" b="1">
              <a:solidFill>
                <a:srgbClr val="20386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OffRoadSub"/>
          <p:cNvSpPr/>
          <p:nvPr/>
        </p:nvSpPr>
        <p:spPr>
          <a:xfrm>
            <a:off x="2575800" y="3518600"/>
            <a:ext cx="9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</a:rPr>
              <a:t>clearance, 4WD</a:t>
            </a:r>
          </a:p>
        </p:txBody>
      </p:sp>
      <p:sp>
        <p:nvSpPr>
          <p:cNvPr id="80" name="EVBox"/>
          <p:cNvSpPr/>
          <p:nvPr/>
        </p:nvSpPr>
        <p:spPr>
          <a:xfrm>
            <a:off x="3688200" y="3178600"/>
            <a:ext cx="9900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EVName"/>
          <p:cNvSpPr/>
          <p:nvPr/>
        </p:nvSpPr>
        <p:spPr>
          <a:xfrm>
            <a:off x="3688200" y="3218600"/>
            <a:ext cx="9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03864"/>
                </a:solidFill>
                <a:latin typeface="Calibri"/>
                <a:ea typeface="Calibri"/>
                <a:cs typeface="Calibri"/>
              </a:rPr>
              <a:t>EV</a:t>
            </a:r>
          </a:p>
        </p:txBody>
      </p:sp>
      <p:sp>
        <p:nvSpPr>
          <p:cNvPr id="82" name="EVSub"/>
          <p:cNvSpPr/>
          <p:nvPr/>
        </p:nvSpPr>
        <p:spPr>
          <a:xfrm>
            <a:off x="3688200" y="3518600"/>
            <a:ext cx="9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</a:rPr>
              <a:t>battery , range</a:t>
            </a:r>
          </a:p>
        </p:txBody>
      </p:sp>
      <p:sp>
        <p:nvSpPr>
          <p:cNvPr id="90" name="RightPanel"/>
          <p:cNvSpPr/>
          <p:nvPr/>
        </p:nvSpPr>
        <p:spPr>
          <a:xfrm>
            <a:off x="5028600" y="1280000"/>
            <a:ext cx="3658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BlueBar"/>
          <p:cNvSpPr/>
          <p:nvPr/>
        </p:nvSpPr>
        <p:spPr>
          <a:xfrm>
            <a:off x="5028600" y="1280000"/>
            <a:ext cx="73152" cy="320040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PanelHeader"/>
          <p:cNvSpPr/>
          <p:nvPr/>
        </p:nvSpPr>
        <p:spPr>
          <a:xfrm>
            <a:off x="5211480" y="1371600"/>
            <a:ext cx="343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HIERARCHICAL INHERITANCE</a:t>
            </a:r>
          </a:p>
        </p:txBody>
      </p:sp>
      <p:sp>
        <p:nvSpPr>
          <p:cNvPr id="93" name="PanelSubtitle"/>
          <p:cNvSpPr/>
          <p:nvPr/>
        </p:nvSpPr>
        <p:spPr>
          <a:xfrm>
            <a:off x="5211480" y="1693625"/>
            <a:ext cx="343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F2937"/>
                </a:solidFill>
                <a:ea typeface="+mn-lt"/>
                <a:cs typeface="+mn-lt"/>
              </a:rPr>
              <a:t>Car is the base, four classes inherit from it.</a:t>
            </a:r>
            <a:endParaRPr lang="en-US"/>
          </a:p>
          <a:p>
            <a:endParaRPr lang="en-US" sz="1150" b="1">
              <a:solidFill>
                <a:srgbClr val="1F2937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94" name="Bullets"/>
          <p:cNvSpPr/>
          <p:nvPr/>
        </p:nvSpPr>
        <p:spPr>
          <a:xfrm>
            <a:off x="5211480" y="2103480"/>
            <a:ext cx="3430800" cy="2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1200">
                <a:solidFill>
                  <a:srgbClr val="1F2937"/>
                </a:solidFill>
                <a:ea typeface="+mn-lt"/>
                <a:cs typeface="+mn-lt"/>
              </a:rPr>
              <a:t> Car holds the shared data like brand, model, daily rate, and stock count</a:t>
            </a:r>
            <a:endParaRPr lang="en-US" sz="1200">
              <a:solidFill>
                <a:srgbClr val="1F2937"/>
              </a:solidFill>
              <a:ea typeface="Calibri"/>
              <a:cs typeface="Calibri"/>
            </a:endParaRPr>
          </a:p>
          <a:p>
            <a:pPr>
              <a:buSzPct val="100000"/>
            </a:pPr>
            <a:endParaRPr lang="en-US" sz="1200">
              <a:solidFill>
                <a:srgbClr val="1F2937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rgbClr val="1F2937"/>
                </a:solidFill>
                <a:ea typeface="+mn-lt"/>
                <a:cs typeface="+mn-lt"/>
              </a:rPr>
              <a:t> Each subclass has its own version of </a:t>
            </a:r>
            <a:r>
              <a:rPr lang="en-US" sz="1200" err="1">
                <a:solidFill>
                  <a:srgbClr val="1F2937"/>
                </a:solidFill>
                <a:ea typeface="+mn-lt"/>
                <a:cs typeface="+mn-lt"/>
              </a:rPr>
              <a:t>calculateRentalCost</a:t>
            </a:r>
            <a:r>
              <a:rPr lang="en-US" sz="1200">
                <a:solidFill>
                  <a:srgbClr val="1F2937"/>
                </a:solidFill>
                <a:ea typeface="+mn-lt"/>
                <a:cs typeface="+mn-lt"/>
              </a:rPr>
              <a:t>() based on what makes it different (Sporty, brand tier, terrain, range)</a:t>
            </a:r>
            <a:endParaRPr lang="en-US" sz="12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200">
              <a:solidFill>
                <a:srgbClr val="1F2937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rgbClr val="1F2937"/>
                </a:solidFill>
                <a:ea typeface="+mn-lt"/>
                <a:cs typeface="+mn-lt"/>
              </a:rPr>
              <a:t> Since they all come from Car, we can store them all in one Car vector in Inventory</a:t>
            </a:r>
            <a:br>
              <a:rPr lang="en-US" sz="1200">
                <a:solidFill>
                  <a:srgbClr val="1F2937"/>
                </a:solidFill>
                <a:ea typeface="+mn-lt"/>
                <a:cs typeface="+mn-lt"/>
              </a:rPr>
            </a:br>
            <a:endParaRPr lang="en-US" sz="12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rgbClr val="1F2937"/>
                </a:solidFill>
                <a:ea typeface="+mn-lt"/>
                <a:cs typeface="+mn-lt"/>
              </a:rPr>
              <a:t> Shared attributes are protected so subclasses can read them without needing getters</a:t>
            </a:r>
            <a:endParaRPr lang="en-US" sz="1200"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Font typeface="Arial"/>
              <a:buChar char="•"/>
            </a:pPr>
            <a:endParaRPr lang="en-US" sz="1050">
              <a:solidFill>
                <a:srgbClr val="1F2937"/>
              </a:solidFill>
              <a:ea typeface="Calibri"/>
              <a:cs typeface="Calibri"/>
            </a:endParaRPr>
          </a:p>
        </p:txBody>
      </p:sp>
      <p:sp>
        <p:nvSpPr>
          <p:cNvPr id="99" name="PageNum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67348-2197-5E67-DC1A-292022BD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4AC6DA-E34D-6589-6089-DF93129065EE}"/>
              </a:ext>
            </a:extLst>
          </p:cNvPr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RELATIONSHIPS</a:t>
            </a:r>
            <a:endParaRPr lang="en-US"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DD4F41-CBB9-F91C-63AE-B9CFC386723E}"/>
              </a:ext>
            </a:extLst>
          </p:cNvPr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— </a:t>
            </a:r>
            <a:r>
              <a:rPr lang="en-US" sz="32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relationships</a:t>
            </a:r>
            <a:endParaRPr lang="en-US" sz="320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8372253-E4B3-1FDF-2207-8B2406110C45}"/>
              </a:ext>
            </a:extLst>
          </p:cNvPr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FDD108F8-E35F-66C1-0B9A-2E23EACFE127}"/>
              </a:ext>
            </a:extLst>
          </p:cNvPr>
          <p:cNvSpPr/>
          <p:nvPr/>
        </p:nvSpPr>
        <p:spPr>
          <a:xfrm>
            <a:off x="910482" y="1577340"/>
            <a:ext cx="2651760" cy="6035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14A1BB6F-8E01-54E5-8A87-9BD17319C68A}"/>
              </a:ext>
            </a:extLst>
          </p:cNvPr>
          <p:cNvSpPr/>
          <p:nvPr/>
        </p:nvSpPr>
        <p:spPr>
          <a:xfrm>
            <a:off x="910482" y="16139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1D155FF1-9893-C93D-332D-27F872390776}"/>
              </a:ext>
            </a:extLst>
          </p:cNvPr>
          <p:cNvSpPr/>
          <p:nvPr/>
        </p:nvSpPr>
        <p:spPr>
          <a:xfrm>
            <a:off x="910482" y="19248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composes 3 parts</a:t>
            </a:r>
            <a:endParaRPr lang="en-US" sz="90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7F820D12-2AA7-0828-6D69-EBAB5A9AA101}"/>
              </a:ext>
            </a:extLst>
          </p:cNvPr>
          <p:cNvSpPr/>
          <p:nvPr/>
        </p:nvSpPr>
        <p:spPr>
          <a:xfrm>
            <a:off x="2236362" y="2180844"/>
            <a:ext cx="0" cy="219456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E4E7AFFF-4A50-293D-C1EF-0B1E9FB435CF}"/>
              </a:ext>
            </a:extLst>
          </p:cNvPr>
          <p:cNvSpPr/>
          <p:nvPr/>
        </p:nvSpPr>
        <p:spPr>
          <a:xfrm>
            <a:off x="1093362" y="2400300"/>
            <a:ext cx="164592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161BEC62-9932-0398-66BE-A529C58CEDE5}"/>
              </a:ext>
            </a:extLst>
          </p:cNvPr>
          <p:cNvSpPr/>
          <p:nvPr/>
        </p:nvSpPr>
        <p:spPr>
          <a:xfrm>
            <a:off x="1093362" y="2400300"/>
            <a:ext cx="0" cy="219456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2CBF121A-8818-3126-2939-62ECCA7BCC38}"/>
              </a:ext>
            </a:extLst>
          </p:cNvPr>
          <p:cNvSpPr/>
          <p:nvPr/>
        </p:nvSpPr>
        <p:spPr>
          <a:xfrm>
            <a:off x="1916322" y="2400300"/>
            <a:ext cx="0" cy="219456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4F565B9B-E9F4-9F71-B7AE-CC1E11173E94}"/>
              </a:ext>
            </a:extLst>
          </p:cNvPr>
          <p:cNvSpPr/>
          <p:nvPr/>
        </p:nvSpPr>
        <p:spPr>
          <a:xfrm>
            <a:off x="2739282" y="2400300"/>
            <a:ext cx="0" cy="219456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C1EA4B89-7C99-6FD4-38F6-E3C8B6F22988}"/>
              </a:ext>
            </a:extLst>
          </p:cNvPr>
          <p:cNvSpPr/>
          <p:nvPr/>
        </p:nvSpPr>
        <p:spPr>
          <a:xfrm>
            <a:off x="718458" y="2619756"/>
            <a:ext cx="749808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0AAFFC3A-E305-0CB1-7D08-90D0F2E48B81}"/>
              </a:ext>
            </a:extLst>
          </p:cNvPr>
          <p:cNvSpPr/>
          <p:nvPr/>
        </p:nvSpPr>
        <p:spPr>
          <a:xfrm>
            <a:off x="718458" y="26746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</a:rPr>
              <a:t>Payment</a:t>
            </a:r>
            <a:endParaRPr lang="en-US" sz="95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186E9343-6F1B-BCDD-EEDE-B6540D7188D8}"/>
              </a:ext>
            </a:extLst>
          </p:cNvPr>
          <p:cNvSpPr/>
          <p:nvPr/>
        </p:nvSpPr>
        <p:spPr>
          <a:xfrm>
            <a:off x="718458" y="30038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by value</a:t>
            </a:r>
            <a:endParaRPr lang="en-US" sz="800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A89B0996-A4EF-31DE-5759-99BB2E0B1695}"/>
              </a:ext>
            </a:extLst>
          </p:cNvPr>
          <p:cNvSpPr/>
          <p:nvPr/>
        </p:nvSpPr>
        <p:spPr>
          <a:xfrm>
            <a:off x="1541418" y="2619756"/>
            <a:ext cx="749808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A97D2CFB-FB54-42D2-1E9B-2A130F2F1F1C}"/>
              </a:ext>
            </a:extLst>
          </p:cNvPr>
          <p:cNvSpPr/>
          <p:nvPr/>
        </p:nvSpPr>
        <p:spPr>
          <a:xfrm>
            <a:off x="1541418" y="26746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</a:rPr>
              <a:t>Date</a:t>
            </a:r>
            <a:endParaRPr lang="en-US" sz="95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D473972A-E737-8CAE-FB2C-794C97B0BF50}"/>
              </a:ext>
            </a:extLst>
          </p:cNvPr>
          <p:cNvSpPr/>
          <p:nvPr/>
        </p:nvSpPr>
        <p:spPr>
          <a:xfrm>
            <a:off x="1541418" y="30038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by value</a:t>
            </a:r>
            <a:endParaRPr lang="en-US" sz="80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352D0505-73DA-06B7-BF5F-B1F0E636208C}"/>
              </a:ext>
            </a:extLst>
          </p:cNvPr>
          <p:cNvSpPr/>
          <p:nvPr/>
        </p:nvSpPr>
        <p:spPr>
          <a:xfrm>
            <a:off x="2364378" y="2619756"/>
            <a:ext cx="749808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CDC7F381-EAD0-462C-1B64-555B57A9DBCC}"/>
              </a:ext>
            </a:extLst>
          </p:cNvPr>
          <p:cNvSpPr/>
          <p:nvPr/>
        </p:nvSpPr>
        <p:spPr>
          <a:xfrm>
            <a:off x="2364378" y="26746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</a:rPr>
              <a:t>Car *</a:t>
            </a:r>
            <a:endParaRPr lang="en-US" sz="95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D6934594-E0F6-A5D3-C40E-42FA1BB07340}"/>
              </a:ext>
            </a:extLst>
          </p:cNvPr>
          <p:cNvSpPr/>
          <p:nvPr/>
        </p:nvSpPr>
        <p:spPr>
          <a:xfrm>
            <a:off x="2364378" y="30038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pointer</a:t>
            </a:r>
            <a:endParaRPr lang="en-US" sz="8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6664E635-AF54-6D77-B4B1-573EBCB730DE}"/>
              </a:ext>
            </a:extLst>
          </p:cNvPr>
          <p:cNvSpPr/>
          <p:nvPr/>
        </p:nvSpPr>
        <p:spPr>
          <a:xfrm>
            <a:off x="3882282" y="1577340"/>
            <a:ext cx="2011680" cy="6035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A250A488-F388-F07C-551A-52B02F5565C1}"/>
              </a:ext>
            </a:extLst>
          </p:cNvPr>
          <p:cNvSpPr/>
          <p:nvPr/>
        </p:nvSpPr>
        <p:spPr>
          <a:xfrm>
            <a:off x="3882282" y="16139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DDDDDBD7-C2A0-6C75-5BEA-A36831B8B7E9}"/>
              </a:ext>
            </a:extLst>
          </p:cNvPr>
          <p:cNvSpPr/>
          <p:nvPr/>
        </p:nvSpPr>
        <p:spPr>
          <a:xfrm>
            <a:off x="3882282" y="19248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composes 1 part</a:t>
            </a:r>
            <a:endParaRPr lang="en-US" sz="9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1F16A048-BF65-4FA4-5472-A5D914B15673}"/>
              </a:ext>
            </a:extLst>
          </p:cNvPr>
          <p:cNvSpPr/>
          <p:nvPr/>
        </p:nvSpPr>
        <p:spPr>
          <a:xfrm>
            <a:off x="4888122" y="2180844"/>
            <a:ext cx="0" cy="438912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CCEFAF5D-5E84-E314-00CF-C4A1D1FB8DEB}"/>
              </a:ext>
            </a:extLst>
          </p:cNvPr>
          <p:cNvSpPr/>
          <p:nvPr/>
        </p:nvSpPr>
        <p:spPr>
          <a:xfrm>
            <a:off x="4293762" y="2619756"/>
            <a:ext cx="118872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7CCBE28F-33EA-65DC-E34F-888A083DDE27}"/>
              </a:ext>
            </a:extLst>
          </p:cNvPr>
          <p:cNvSpPr/>
          <p:nvPr/>
        </p:nvSpPr>
        <p:spPr>
          <a:xfrm>
            <a:off x="4293762" y="26746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</a:rPr>
              <a:t>RentalHistory</a:t>
            </a:r>
            <a:endParaRPr lang="en-US" sz="950" dirty="0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4A5708C3-30EB-65E2-20A4-73D9531F2501}"/>
              </a:ext>
            </a:extLst>
          </p:cNvPr>
          <p:cNvSpPr/>
          <p:nvPr/>
        </p:nvSpPr>
        <p:spPr>
          <a:xfrm>
            <a:off x="4293762" y="30038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by value</a:t>
            </a:r>
            <a:endParaRPr lang="en-US" sz="800" dirty="0"/>
          </a:p>
        </p:txBody>
      </p:sp>
      <p:sp>
        <p:nvSpPr>
          <p:cNvPr id="62" name="Shape 28">
            <a:extLst>
              <a:ext uri="{FF2B5EF4-FFF2-40B4-BE49-F238E27FC236}">
                <a16:creationId xmlns:a16="http://schemas.microsoft.com/office/drawing/2014/main" id="{075DA3A2-68C5-3CCB-305C-30DBCBF8FE26}"/>
              </a:ext>
            </a:extLst>
          </p:cNvPr>
          <p:cNvSpPr/>
          <p:nvPr/>
        </p:nvSpPr>
        <p:spPr>
          <a:xfrm>
            <a:off x="6168282" y="1577340"/>
            <a:ext cx="219456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D8A01E43-5AB1-2991-A6EC-17509A8A89EB}"/>
              </a:ext>
            </a:extLst>
          </p:cNvPr>
          <p:cNvSpPr/>
          <p:nvPr/>
        </p:nvSpPr>
        <p:spPr>
          <a:xfrm>
            <a:off x="6168282" y="16139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56453C1E-D3B6-4BD3-A36E-F923238C55EF}"/>
              </a:ext>
            </a:extLst>
          </p:cNvPr>
          <p:cNvSpPr/>
          <p:nvPr/>
        </p:nvSpPr>
        <p:spPr>
          <a:xfrm>
            <a:off x="6168282" y="19248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aggregates Car objects</a:t>
            </a:r>
            <a:endParaRPr lang="en-US" sz="9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98DE5F8A-8E38-76FA-9917-72DE73C77475}"/>
              </a:ext>
            </a:extLst>
          </p:cNvPr>
          <p:cNvSpPr/>
          <p:nvPr/>
        </p:nvSpPr>
        <p:spPr>
          <a:xfrm>
            <a:off x="6168282" y="2235708"/>
            <a:ext cx="21945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32">
            <a:extLst>
              <a:ext uri="{FF2B5EF4-FFF2-40B4-BE49-F238E27FC236}">
                <a16:creationId xmlns:a16="http://schemas.microsoft.com/office/drawing/2014/main" id="{DA5FEDF3-5140-7FF4-CE6A-DA68708E3403}"/>
              </a:ext>
            </a:extLst>
          </p:cNvPr>
          <p:cNvSpPr/>
          <p:nvPr/>
        </p:nvSpPr>
        <p:spPr>
          <a:xfrm>
            <a:off x="6278010" y="2434126"/>
            <a:ext cx="566928" cy="694944"/>
          </a:xfrm>
          <a:prstGeom prst="rect">
            <a:avLst/>
          </a:prstGeom>
          <a:solidFill>
            <a:srgbClr val="F3E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1C4D2068-05F2-ED48-BA98-44469A5D8D1C}"/>
              </a:ext>
            </a:extLst>
          </p:cNvPr>
          <p:cNvSpPr/>
          <p:nvPr/>
        </p:nvSpPr>
        <p:spPr>
          <a:xfrm>
            <a:off x="6278010" y="2434127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Car *</a:t>
            </a:r>
            <a:endParaRPr lang="en-US" sz="900" dirty="0"/>
          </a:p>
        </p:txBody>
      </p:sp>
      <p:sp>
        <p:nvSpPr>
          <p:cNvPr id="68" name="Shape 34">
            <a:extLst>
              <a:ext uri="{FF2B5EF4-FFF2-40B4-BE49-F238E27FC236}">
                <a16:creationId xmlns:a16="http://schemas.microsoft.com/office/drawing/2014/main" id="{D4B4CCDC-167D-4259-D9C2-46F3370345E0}"/>
              </a:ext>
            </a:extLst>
          </p:cNvPr>
          <p:cNvSpPr/>
          <p:nvPr/>
        </p:nvSpPr>
        <p:spPr>
          <a:xfrm>
            <a:off x="6972954" y="2434126"/>
            <a:ext cx="566928" cy="694944"/>
          </a:xfrm>
          <a:prstGeom prst="rect">
            <a:avLst/>
          </a:prstGeom>
          <a:solidFill>
            <a:srgbClr val="F3E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09D7CB19-C6B1-F080-28B9-64A96E6A6FC0}"/>
              </a:ext>
            </a:extLst>
          </p:cNvPr>
          <p:cNvSpPr/>
          <p:nvPr/>
        </p:nvSpPr>
        <p:spPr>
          <a:xfrm>
            <a:off x="6972954" y="2434127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Car *</a:t>
            </a:r>
            <a:endParaRPr lang="en-US" sz="900" dirty="0"/>
          </a:p>
        </p:txBody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1E0F7E25-BF14-4505-430F-F344E21DEAE1}"/>
              </a:ext>
            </a:extLst>
          </p:cNvPr>
          <p:cNvSpPr/>
          <p:nvPr/>
        </p:nvSpPr>
        <p:spPr>
          <a:xfrm>
            <a:off x="7667898" y="2447877"/>
            <a:ext cx="566928" cy="694944"/>
          </a:xfrm>
          <a:prstGeom prst="rect">
            <a:avLst/>
          </a:prstGeom>
          <a:solidFill>
            <a:srgbClr val="F3E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ightPanel">
            <a:extLst>
              <a:ext uri="{FF2B5EF4-FFF2-40B4-BE49-F238E27FC236}">
                <a16:creationId xmlns:a16="http://schemas.microsoft.com/office/drawing/2014/main" id="{B246CBED-EE66-8EAE-B026-E7B873623515}"/>
              </a:ext>
            </a:extLst>
          </p:cNvPr>
          <p:cNvSpPr/>
          <p:nvPr/>
        </p:nvSpPr>
        <p:spPr>
          <a:xfrm>
            <a:off x="3592292" y="3486430"/>
            <a:ext cx="2555507" cy="165707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Text 37">
            <a:extLst>
              <a:ext uri="{FF2B5EF4-FFF2-40B4-BE49-F238E27FC236}">
                <a16:creationId xmlns:a16="http://schemas.microsoft.com/office/drawing/2014/main" id="{D40C9D2A-30C2-DEFD-5B64-0ACE0F1C80A8}"/>
              </a:ext>
            </a:extLst>
          </p:cNvPr>
          <p:cNvSpPr/>
          <p:nvPr/>
        </p:nvSpPr>
        <p:spPr>
          <a:xfrm>
            <a:off x="7667898" y="243412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...</a:t>
            </a:r>
            <a:endParaRPr lang="en-US" sz="900" dirty="0"/>
          </a:p>
        </p:txBody>
      </p:sp>
      <p:sp>
        <p:nvSpPr>
          <p:cNvPr id="73" name="Shape 39">
            <a:extLst>
              <a:ext uri="{FF2B5EF4-FFF2-40B4-BE49-F238E27FC236}">
                <a16:creationId xmlns:a16="http://schemas.microsoft.com/office/drawing/2014/main" id="{D130674B-D3A6-8FA2-0A11-50F4D86B7841}"/>
              </a:ext>
            </a:extLst>
          </p:cNvPr>
          <p:cNvSpPr/>
          <p:nvPr/>
        </p:nvSpPr>
        <p:spPr>
          <a:xfrm>
            <a:off x="3592293" y="3486431"/>
            <a:ext cx="54864" cy="1648567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40">
            <a:extLst>
              <a:ext uri="{FF2B5EF4-FFF2-40B4-BE49-F238E27FC236}">
                <a16:creationId xmlns:a16="http://schemas.microsoft.com/office/drawing/2014/main" id="{792AA342-A8C8-4F1A-7176-D3123EA043D4}"/>
              </a:ext>
            </a:extLst>
          </p:cNvPr>
          <p:cNvSpPr/>
          <p:nvPr/>
        </p:nvSpPr>
        <p:spPr>
          <a:xfrm>
            <a:off x="3720309" y="3486431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D9E75"/>
                </a:solidFill>
              </a:rPr>
              <a:t>KEY</a:t>
            </a:r>
            <a:endParaRPr lang="en-US" sz="900" dirty="0"/>
          </a:p>
        </p:txBody>
      </p:sp>
      <p:sp>
        <p:nvSpPr>
          <p:cNvPr id="75" name="Shape 41">
            <a:extLst>
              <a:ext uri="{FF2B5EF4-FFF2-40B4-BE49-F238E27FC236}">
                <a16:creationId xmlns:a16="http://schemas.microsoft.com/office/drawing/2014/main" id="{5D142DC7-4C8A-41C2-3152-DF16976BF290}"/>
              </a:ext>
            </a:extLst>
          </p:cNvPr>
          <p:cNvSpPr/>
          <p:nvPr/>
        </p:nvSpPr>
        <p:spPr>
          <a:xfrm>
            <a:off x="3720309" y="3760751"/>
            <a:ext cx="18288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42">
            <a:extLst>
              <a:ext uri="{FF2B5EF4-FFF2-40B4-BE49-F238E27FC236}">
                <a16:creationId xmlns:a16="http://schemas.microsoft.com/office/drawing/2014/main" id="{1E275214-8DE2-1A76-DA6C-DDE99C8F61EC}"/>
              </a:ext>
            </a:extLst>
          </p:cNvPr>
          <p:cNvSpPr/>
          <p:nvPr/>
        </p:nvSpPr>
        <p:spPr>
          <a:xfrm>
            <a:off x="3958053" y="3742463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Composition</a:t>
            </a:r>
            <a:endParaRPr lang="en-US" sz="1000" dirty="0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3AB9A806-9DC7-9E07-07D1-603A77EE2D67}"/>
              </a:ext>
            </a:extLst>
          </p:cNvPr>
          <p:cNvSpPr/>
          <p:nvPr/>
        </p:nvSpPr>
        <p:spPr>
          <a:xfrm>
            <a:off x="3720309" y="3998495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Part cannot exist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without the whole.</a:t>
            </a:r>
            <a:endParaRPr lang="en-US" sz="850" dirty="0"/>
          </a:p>
        </p:txBody>
      </p:sp>
      <p:sp>
        <p:nvSpPr>
          <p:cNvPr id="78" name="Shape 44">
            <a:extLst>
              <a:ext uri="{FF2B5EF4-FFF2-40B4-BE49-F238E27FC236}">
                <a16:creationId xmlns:a16="http://schemas.microsoft.com/office/drawing/2014/main" id="{A574B6D5-34A9-E4FF-B03D-25658271A935}"/>
              </a:ext>
            </a:extLst>
          </p:cNvPr>
          <p:cNvSpPr/>
          <p:nvPr/>
        </p:nvSpPr>
        <p:spPr>
          <a:xfrm>
            <a:off x="3720309" y="4455695"/>
            <a:ext cx="18288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45">
            <a:extLst>
              <a:ext uri="{FF2B5EF4-FFF2-40B4-BE49-F238E27FC236}">
                <a16:creationId xmlns:a16="http://schemas.microsoft.com/office/drawing/2014/main" id="{DF3BC4FA-170A-25FF-0F5E-0DBFD040303F}"/>
              </a:ext>
            </a:extLst>
          </p:cNvPr>
          <p:cNvSpPr/>
          <p:nvPr/>
        </p:nvSpPr>
        <p:spPr>
          <a:xfrm>
            <a:off x="3958053" y="4437407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</a:rPr>
              <a:t>Aggregation</a:t>
            </a:r>
            <a:endParaRPr lang="en-US" sz="1000" dirty="0"/>
          </a:p>
        </p:txBody>
      </p:sp>
      <p:sp>
        <p:nvSpPr>
          <p:cNvPr id="80" name="Text 46">
            <a:extLst>
              <a:ext uri="{FF2B5EF4-FFF2-40B4-BE49-F238E27FC236}">
                <a16:creationId xmlns:a16="http://schemas.microsoft.com/office/drawing/2014/main" id="{A9E4F7A1-CD61-5C11-BB43-B588E23F0CFC}"/>
              </a:ext>
            </a:extLst>
          </p:cNvPr>
          <p:cNvSpPr/>
          <p:nvPr/>
        </p:nvSpPr>
        <p:spPr>
          <a:xfrm>
            <a:off x="3720309" y="4693439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Part can live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on its own.</a:t>
            </a:r>
            <a:endParaRPr lang="en-US" sz="850" dirty="0"/>
          </a:p>
        </p:txBody>
      </p:sp>
      <p:sp>
        <p:nvSpPr>
          <p:cNvPr id="81" name="Text 47">
            <a:extLst>
              <a:ext uri="{FF2B5EF4-FFF2-40B4-BE49-F238E27FC236}">
                <a16:creationId xmlns:a16="http://schemas.microsoft.com/office/drawing/2014/main" id="{DC5E3BB8-7A96-7EBB-1678-431A115CCBEB}"/>
              </a:ext>
            </a:extLst>
          </p:cNvPr>
          <p:cNvSpPr/>
          <p:nvPr/>
        </p:nvSpPr>
        <p:spPr>
          <a:xfrm>
            <a:off x="4927317" y="3504719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D9E75"/>
                </a:solidFill>
              </a:rPr>
              <a:t>WHY IT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kern="0" spc="200" dirty="0">
                <a:solidFill>
                  <a:srgbClr val="1D9E75"/>
                </a:solidFill>
              </a:rPr>
              <a:t>MATTERS</a:t>
            </a:r>
            <a:endParaRPr lang="en-US" sz="900" dirty="0"/>
          </a:p>
        </p:txBody>
      </p:sp>
      <p:sp>
        <p:nvSpPr>
          <p:cNvPr id="82" name="Text 48">
            <a:extLst>
              <a:ext uri="{FF2B5EF4-FFF2-40B4-BE49-F238E27FC236}">
                <a16:creationId xmlns:a16="http://schemas.microsoft.com/office/drawing/2014/main" id="{232EAC11-29D2-E8F8-390F-107767927132}"/>
              </a:ext>
            </a:extLst>
          </p:cNvPr>
          <p:cNvSpPr/>
          <p:nvPr/>
        </p:nvSpPr>
        <p:spPr>
          <a:xfrm>
            <a:off x="4927317" y="3870479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Correct ownership decides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who calls destructors and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when memory is freed.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709640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97A51-4E0C-D803-FAB8-E6C7C524B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863EC4-851A-0575-AA92-CD8262269324}"/>
              </a:ext>
            </a:extLst>
          </p:cNvPr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DELIVERY</a:t>
            </a:r>
            <a:endParaRPr lang="en-US"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32F4BB-3F43-A450-74AE-0B80A715E8FC}"/>
              </a:ext>
            </a:extLst>
          </p:cNvPr>
          <p:cNvSpPr/>
          <p:nvPr/>
        </p:nvSpPr>
        <p:spPr>
          <a:xfrm>
            <a:off x="457200" y="53248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coverage</a:t>
            </a:r>
            <a:endParaRPr lang="en-US" sz="32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33EEE82D-4EEC-A54A-1C8B-74C98962B9B5}"/>
              </a:ext>
            </a:extLst>
          </p:cNvPr>
          <p:cNvSpPr/>
          <p:nvPr/>
        </p:nvSpPr>
        <p:spPr>
          <a:xfrm>
            <a:off x="411480" y="1115568"/>
            <a:ext cx="8229600" cy="3749040"/>
          </a:xfrm>
          <a:prstGeom prst="rect">
            <a:avLst/>
          </a:prstGeom>
          <a:solidFill>
            <a:srgbClr val="FAFAF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4A63F020-F68B-78AE-AE55-3BA8EE7BFE37}"/>
              </a:ext>
            </a:extLst>
          </p:cNvPr>
          <p:cNvSpPr/>
          <p:nvPr/>
        </p:nvSpPr>
        <p:spPr>
          <a:xfrm>
            <a:off x="603369" y="1280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D85A30"/>
                </a:solidFill>
              </a:rPr>
              <a:t>OOP CONCEPTS APPLIED</a:t>
            </a:r>
            <a:endParaRPr lang="en-US" sz="9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6602FD88-B2FC-3FA3-D49C-BC1E35DE582C}"/>
              </a:ext>
            </a:extLst>
          </p:cNvPr>
          <p:cNvSpPr/>
          <p:nvPr/>
        </p:nvSpPr>
        <p:spPr>
          <a:xfrm>
            <a:off x="566793" y="16642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EF3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1D78B533-30DF-06E2-7222-967B9D9FDECB}"/>
              </a:ext>
            </a:extLst>
          </p:cNvPr>
          <p:cNvSpPr/>
          <p:nvPr/>
        </p:nvSpPr>
        <p:spPr>
          <a:xfrm>
            <a:off x="566793" y="16550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✓</a:t>
            </a:r>
            <a:endParaRPr lang="en-US" sz="13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B826A452-7E30-9FEC-DEBC-F4564D94777D}"/>
              </a:ext>
            </a:extLst>
          </p:cNvPr>
          <p:cNvSpPr/>
          <p:nvPr/>
        </p:nvSpPr>
        <p:spPr>
          <a:xfrm>
            <a:off x="932553" y="16642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Encapsulation</a:t>
            </a:r>
            <a:endParaRPr lang="en-US" sz="1100" dirty="0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4BF12A60-EF38-4DA3-EF3B-EC90EB561792}"/>
              </a:ext>
            </a:extLst>
          </p:cNvPr>
          <p:cNvSpPr/>
          <p:nvPr/>
        </p:nvSpPr>
        <p:spPr>
          <a:xfrm>
            <a:off x="2340729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private fields + public getters/setters in every class</a:t>
            </a:r>
            <a:endParaRPr lang="en-US" sz="1000" dirty="0"/>
          </a:p>
        </p:txBody>
      </p:sp>
      <p:sp>
        <p:nvSpPr>
          <p:cNvPr id="65" name="Shape 8">
            <a:extLst>
              <a:ext uri="{FF2B5EF4-FFF2-40B4-BE49-F238E27FC236}">
                <a16:creationId xmlns:a16="http://schemas.microsoft.com/office/drawing/2014/main" id="{2CFD8FEF-F490-2BA8-FEF5-DBC1AF3F1FAD}"/>
              </a:ext>
            </a:extLst>
          </p:cNvPr>
          <p:cNvSpPr/>
          <p:nvPr/>
        </p:nvSpPr>
        <p:spPr>
          <a:xfrm>
            <a:off x="566793" y="20848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EF3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9">
            <a:extLst>
              <a:ext uri="{FF2B5EF4-FFF2-40B4-BE49-F238E27FC236}">
                <a16:creationId xmlns:a16="http://schemas.microsoft.com/office/drawing/2014/main" id="{617496B1-29D5-15CB-11EF-3891F89C45A8}"/>
              </a:ext>
            </a:extLst>
          </p:cNvPr>
          <p:cNvSpPr/>
          <p:nvPr/>
        </p:nvSpPr>
        <p:spPr>
          <a:xfrm>
            <a:off x="566793" y="2075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✓</a:t>
            </a:r>
            <a:endParaRPr lang="en-US" sz="1300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F4404543-90AC-54A3-1876-0E4DBFDCAA6E}"/>
              </a:ext>
            </a:extLst>
          </p:cNvPr>
          <p:cNvSpPr/>
          <p:nvPr/>
        </p:nvSpPr>
        <p:spPr>
          <a:xfrm>
            <a:off x="932553" y="20848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Inheritance</a:t>
            </a:r>
            <a:endParaRPr lang="en-US" sz="1100" dirty="0"/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62E3CA5F-5AD8-DF1E-78C8-33FE4105D6C9}"/>
              </a:ext>
            </a:extLst>
          </p:cNvPr>
          <p:cNvSpPr/>
          <p:nvPr/>
        </p:nvSpPr>
        <p:spPr>
          <a:xfrm>
            <a:off x="2340729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Car → SportsCar, LuxuryCar, OffRoad, EV (hierarchical)</a:t>
            </a:r>
            <a:endParaRPr lang="en-US" sz="1000" dirty="0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FDE4E013-D31B-21A5-2C8A-C9AE855F4BB4}"/>
              </a:ext>
            </a:extLst>
          </p:cNvPr>
          <p:cNvSpPr/>
          <p:nvPr/>
        </p:nvSpPr>
        <p:spPr>
          <a:xfrm>
            <a:off x="566793" y="25054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EF3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F6B1D4EB-61BB-685F-3E70-8FB9366F4BB7}"/>
              </a:ext>
            </a:extLst>
          </p:cNvPr>
          <p:cNvSpPr/>
          <p:nvPr/>
        </p:nvSpPr>
        <p:spPr>
          <a:xfrm>
            <a:off x="566793" y="24963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✓</a:t>
            </a:r>
            <a:endParaRPr lang="en-US" sz="1300" dirty="0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87F93357-99F0-E170-123E-931CC81849BA}"/>
              </a:ext>
            </a:extLst>
          </p:cNvPr>
          <p:cNvSpPr/>
          <p:nvPr/>
        </p:nvSpPr>
        <p:spPr>
          <a:xfrm>
            <a:off x="932553" y="250545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Polymorphism</a:t>
            </a:r>
            <a:endParaRPr lang="en-US" sz="1100" dirty="0"/>
          </a:p>
        </p:txBody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CEA7FEE3-378A-6082-0530-B95EB68E9515}"/>
              </a:ext>
            </a:extLst>
          </p:cNvPr>
          <p:cNvSpPr/>
          <p:nvPr/>
        </p:nvSpPr>
        <p:spPr>
          <a:xfrm>
            <a:off x="2340729" y="2505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virtual </a:t>
            </a:r>
            <a:r>
              <a:rPr lang="en-US" sz="1000" dirty="0" err="1">
                <a:solidFill>
                  <a:srgbClr val="64748B"/>
                </a:solidFill>
              </a:rPr>
              <a:t>calculateRentalCost</a:t>
            </a:r>
            <a:r>
              <a:rPr lang="en-US" sz="1000" dirty="0">
                <a:solidFill>
                  <a:srgbClr val="64748B"/>
                </a:solidFill>
              </a:rPr>
              <a:t>(), overridden in all 4 subclasses</a:t>
            </a:r>
            <a:endParaRPr lang="en-US" sz="1000" dirty="0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02D4474F-114A-B13F-E3EB-73E7EA9CB4C9}"/>
              </a:ext>
            </a:extLst>
          </p:cNvPr>
          <p:cNvSpPr/>
          <p:nvPr/>
        </p:nvSpPr>
        <p:spPr>
          <a:xfrm>
            <a:off x="566793" y="29260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EF3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17">
            <a:extLst>
              <a:ext uri="{FF2B5EF4-FFF2-40B4-BE49-F238E27FC236}">
                <a16:creationId xmlns:a16="http://schemas.microsoft.com/office/drawing/2014/main" id="{8E9A20FD-F388-7999-4D18-D38DE60EAE14}"/>
              </a:ext>
            </a:extLst>
          </p:cNvPr>
          <p:cNvSpPr/>
          <p:nvPr/>
        </p:nvSpPr>
        <p:spPr>
          <a:xfrm>
            <a:off x="566793" y="291693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✓</a:t>
            </a:r>
            <a:endParaRPr lang="en-US" sz="1300" dirty="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3D14D5D1-9AD0-71B1-2AEB-8A4C4927CA88}"/>
              </a:ext>
            </a:extLst>
          </p:cNvPr>
          <p:cNvSpPr/>
          <p:nvPr/>
        </p:nvSpPr>
        <p:spPr>
          <a:xfrm>
            <a:off x="932553" y="29260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Composition</a:t>
            </a:r>
            <a:endParaRPr lang="en-US" sz="1100" dirty="0"/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F97E5028-F0A9-F59B-590B-E6504A18F308}"/>
              </a:ext>
            </a:extLst>
          </p:cNvPr>
          <p:cNvSpPr/>
          <p:nvPr/>
        </p:nvSpPr>
        <p:spPr>
          <a:xfrm>
            <a:off x="2340729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Booking HAS-A Payment, Date, Car*.  Customer HAS-A RentalHistory</a:t>
            </a:r>
            <a:endParaRPr lang="en-US" sz="1000" dirty="0"/>
          </a:p>
        </p:txBody>
      </p:sp>
      <p:sp>
        <p:nvSpPr>
          <p:cNvPr id="77" name="Shape 20">
            <a:extLst>
              <a:ext uri="{FF2B5EF4-FFF2-40B4-BE49-F238E27FC236}">
                <a16:creationId xmlns:a16="http://schemas.microsoft.com/office/drawing/2014/main" id="{EC13A16E-0C01-281B-C61D-4ADE21DB85A9}"/>
              </a:ext>
            </a:extLst>
          </p:cNvPr>
          <p:cNvSpPr/>
          <p:nvPr/>
        </p:nvSpPr>
        <p:spPr>
          <a:xfrm>
            <a:off x="566793" y="33467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EF3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3CB571CD-52FB-ACB6-107D-5E8E1275C8DC}"/>
              </a:ext>
            </a:extLst>
          </p:cNvPr>
          <p:cNvSpPr/>
          <p:nvPr/>
        </p:nvSpPr>
        <p:spPr>
          <a:xfrm>
            <a:off x="566793" y="3337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✓</a:t>
            </a:r>
            <a:endParaRPr lang="en-US" sz="1300" dirty="0"/>
          </a:p>
        </p:txBody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6E137FE0-4F2B-31CF-631C-23A3C9CDA525}"/>
              </a:ext>
            </a:extLst>
          </p:cNvPr>
          <p:cNvSpPr/>
          <p:nvPr/>
        </p:nvSpPr>
        <p:spPr>
          <a:xfrm>
            <a:off x="932553" y="334670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Exception Handling</a:t>
            </a:r>
            <a:endParaRPr lang="en-US" sz="1100" dirty="0"/>
          </a:p>
        </p:txBody>
      </p:sp>
      <p:sp>
        <p:nvSpPr>
          <p:cNvPr id="80" name="Text 23">
            <a:extLst>
              <a:ext uri="{FF2B5EF4-FFF2-40B4-BE49-F238E27FC236}">
                <a16:creationId xmlns:a16="http://schemas.microsoft.com/office/drawing/2014/main" id="{1E012C35-3D4E-AE44-1A6F-6CAA90EE4001}"/>
              </a:ext>
            </a:extLst>
          </p:cNvPr>
          <p:cNvSpPr/>
          <p:nvPr/>
        </p:nvSpPr>
        <p:spPr>
          <a:xfrm>
            <a:off x="2340729" y="3346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Error when: Car not available and invalid date, etc.</a:t>
            </a:r>
            <a:endParaRPr lang="en-US" sz="1000" dirty="0"/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A23ABB4F-27CF-B4A7-C770-30063BE4EBB6}"/>
              </a:ext>
            </a:extLst>
          </p:cNvPr>
          <p:cNvSpPr/>
          <p:nvPr/>
        </p:nvSpPr>
        <p:spPr>
          <a:xfrm>
            <a:off x="566793" y="376732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EF3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82287AD5-175B-9399-C8F5-5BAEE3BD728B}"/>
              </a:ext>
            </a:extLst>
          </p:cNvPr>
          <p:cNvSpPr/>
          <p:nvPr/>
        </p:nvSpPr>
        <p:spPr>
          <a:xfrm>
            <a:off x="566793" y="3758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✓</a:t>
            </a:r>
            <a:endParaRPr lang="en-US" sz="1300" dirty="0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B697AE19-B3F3-C14C-E2C0-3D17FD99D9C9}"/>
              </a:ext>
            </a:extLst>
          </p:cNvPr>
          <p:cNvSpPr/>
          <p:nvPr/>
        </p:nvSpPr>
        <p:spPr>
          <a:xfrm>
            <a:off x="932553" y="37673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Pointers</a:t>
            </a:r>
            <a:endParaRPr lang="en-US" sz="1100" dirty="0"/>
          </a:p>
        </p:txBody>
      </p:sp>
      <p:sp>
        <p:nvSpPr>
          <p:cNvPr id="84" name="Text 27">
            <a:extLst>
              <a:ext uri="{FF2B5EF4-FFF2-40B4-BE49-F238E27FC236}">
                <a16:creationId xmlns:a16="http://schemas.microsoft.com/office/drawing/2014/main" id="{6BDE3E07-3F79-0AB3-345E-BA05726FEB89}"/>
              </a:ext>
            </a:extLst>
          </p:cNvPr>
          <p:cNvSpPr/>
          <p:nvPr/>
        </p:nvSpPr>
        <p:spPr>
          <a:xfrm>
            <a:off x="2340729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Car* in Inventory enables runtime polymorphism</a:t>
            </a:r>
            <a:endParaRPr lang="en-US" sz="1000" dirty="0"/>
          </a:p>
        </p:txBody>
      </p:sp>
      <p:sp>
        <p:nvSpPr>
          <p:cNvPr id="85" name="Shape 28">
            <a:extLst>
              <a:ext uri="{FF2B5EF4-FFF2-40B4-BE49-F238E27FC236}">
                <a16:creationId xmlns:a16="http://schemas.microsoft.com/office/drawing/2014/main" id="{55B768A0-795B-2A34-0FAD-FABF4CC3B86C}"/>
              </a:ext>
            </a:extLst>
          </p:cNvPr>
          <p:cNvSpPr/>
          <p:nvPr/>
        </p:nvSpPr>
        <p:spPr>
          <a:xfrm>
            <a:off x="566793" y="41879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EF3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9">
            <a:extLst>
              <a:ext uri="{FF2B5EF4-FFF2-40B4-BE49-F238E27FC236}">
                <a16:creationId xmlns:a16="http://schemas.microsoft.com/office/drawing/2014/main" id="{ED283C5B-A365-67FC-1E44-E9CB81FA0C37}"/>
              </a:ext>
            </a:extLst>
          </p:cNvPr>
          <p:cNvSpPr/>
          <p:nvPr/>
        </p:nvSpPr>
        <p:spPr>
          <a:xfrm>
            <a:off x="566793" y="41788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✓</a:t>
            </a:r>
            <a:endParaRPr lang="en-US" sz="1300" dirty="0"/>
          </a:p>
        </p:txBody>
      </p:sp>
      <p:sp>
        <p:nvSpPr>
          <p:cNvPr id="87" name="Text 30">
            <a:extLst>
              <a:ext uri="{FF2B5EF4-FFF2-40B4-BE49-F238E27FC236}">
                <a16:creationId xmlns:a16="http://schemas.microsoft.com/office/drawing/2014/main" id="{8939AB79-3EF0-4A94-ECDD-4C09C67F7E4A}"/>
              </a:ext>
            </a:extLst>
          </p:cNvPr>
          <p:cNvSpPr/>
          <p:nvPr/>
        </p:nvSpPr>
        <p:spPr>
          <a:xfrm>
            <a:off x="932553" y="41879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Destructors</a:t>
            </a:r>
            <a:endParaRPr lang="en-US" sz="1100" dirty="0"/>
          </a:p>
        </p:txBody>
      </p:sp>
      <p:sp>
        <p:nvSpPr>
          <p:cNvPr id="88" name="Text 31">
            <a:extLst>
              <a:ext uri="{FF2B5EF4-FFF2-40B4-BE49-F238E27FC236}">
                <a16:creationId xmlns:a16="http://schemas.microsoft.com/office/drawing/2014/main" id="{B16FBE2B-943B-10BD-A77C-51D07EF699FF}"/>
              </a:ext>
            </a:extLst>
          </p:cNvPr>
          <p:cNvSpPr/>
          <p:nvPr/>
        </p:nvSpPr>
        <p:spPr>
          <a:xfrm>
            <a:off x="2340729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Inventory cleans up dynamic Car* allocations</a:t>
            </a:r>
            <a:endParaRPr lang="en-US" sz="1000" dirty="0"/>
          </a:p>
        </p:txBody>
      </p:sp>
      <p:sp>
        <p:nvSpPr>
          <p:cNvPr id="89" name="Shape 37">
            <a:extLst>
              <a:ext uri="{FF2B5EF4-FFF2-40B4-BE49-F238E27FC236}">
                <a16:creationId xmlns:a16="http://schemas.microsoft.com/office/drawing/2014/main" id="{9FBE3C33-B26C-CB8F-4BEB-111F8F5D36AB}"/>
              </a:ext>
            </a:extLst>
          </p:cNvPr>
          <p:cNvSpPr/>
          <p:nvPr/>
        </p:nvSpPr>
        <p:spPr>
          <a:xfrm>
            <a:off x="411480" y="1115568"/>
            <a:ext cx="45720" cy="374904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37">
            <a:extLst>
              <a:ext uri="{FF2B5EF4-FFF2-40B4-BE49-F238E27FC236}">
                <a16:creationId xmlns:a16="http://schemas.microsoft.com/office/drawing/2014/main" id="{B892606B-885F-C3A5-4DC1-EDA691A759A5}"/>
              </a:ext>
            </a:extLst>
          </p:cNvPr>
          <p:cNvSpPr/>
          <p:nvPr/>
        </p:nvSpPr>
        <p:spPr>
          <a:xfrm>
            <a:off x="5376807" y="1115568"/>
            <a:ext cx="64008" cy="374904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38">
            <a:extLst>
              <a:ext uri="{FF2B5EF4-FFF2-40B4-BE49-F238E27FC236}">
                <a16:creationId xmlns:a16="http://schemas.microsoft.com/office/drawing/2014/main" id="{AC7653CA-5D8F-59A7-DAB4-AAB5BC93D87A}"/>
              </a:ext>
            </a:extLst>
          </p:cNvPr>
          <p:cNvSpPr/>
          <p:nvPr/>
        </p:nvSpPr>
        <p:spPr>
          <a:xfrm>
            <a:off x="5573437" y="12436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RESPONSIBILITIES</a:t>
            </a:r>
            <a:endParaRPr lang="en-US" sz="1000"/>
          </a:p>
        </p:txBody>
      </p:sp>
      <p:sp>
        <p:nvSpPr>
          <p:cNvPr id="93" name="Shape 39">
            <a:extLst>
              <a:ext uri="{FF2B5EF4-FFF2-40B4-BE49-F238E27FC236}">
                <a16:creationId xmlns:a16="http://schemas.microsoft.com/office/drawing/2014/main" id="{748BD631-90BE-512C-2C1A-5D758CD08072}"/>
              </a:ext>
            </a:extLst>
          </p:cNvPr>
          <p:cNvSpPr/>
          <p:nvPr/>
        </p:nvSpPr>
        <p:spPr>
          <a:xfrm>
            <a:off x="5573437" y="1655132"/>
            <a:ext cx="384048" cy="384048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40">
            <a:extLst>
              <a:ext uri="{FF2B5EF4-FFF2-40B4-BE49-F238E27FC236}">
                <a16:creationId xmlns:a16="http://schemas.microsoft.com/office/drawing/2014/main" id="{A8FC3A3F-A358-433B-B367-C96141D84770}"/>
              </a:ext>
            </a:extLst>
          </p:cNvPr>
          <p:cNvSpPr/>
          <p:nvPr/>
        </p:nvSpPr>
        <p:spPr>
          <a:xfrm>
            <a:off x="5573437" y="16551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/>
          </a:p>
        </p:txBody>
      </p:sp>
      <p:sp>
        <p:nvSpPr>
          <p:cNvPr id="95" name="Text 41">
            <a:extLst>
              <a:ext uri="{FF2B5EF4-FFF2-40B4-BE49-F238E27FC236}">
                <a16:creationId xmlns:a16="http://schemas.microsoft.com/office/drawing/2014/main" id="{43D7BE24-7BEE-ABEA-D569-D5A335DA7ED5}"/>
              </a:ext>
            </a:extLst>
          </p:cNvPr>
          <p:cNvSpPr/>
          <p:nvPr/>
        </p:nvSpPr>
        <p:spPr>
          <a:xfrm>
            <a:off x="6076357" y="31821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Al Awfi</a:t>
            </a:r>
            <a:endParaRPr lang="en-US" sz="1200"/>
          </a:p>
        </p:txBody>
      </p:sp>
      <p:sp>
        <p:nvSpPr>
          <p:cNvPr id="96" name="Text 42">
            <a:extLst>
              <a:ext uri="{FF2B5EF4-FFF2-40B4-BE49-F238E27FC236}">
                <a16:creationId xmlns:a16="http://schemas.microsoft.com/office/drawing/2014/main" id="{292DC315-580E-453B-DE5B-52DD276F1BE2}"/>
              </a:ext>
            </a:extLst>
          </p:cNvPr>
          <p:cNvSpPr/>
          <p:nvPr/>
        </p:nvSpPr>
        <p:spPr>
          <a:xfrm>
            <a:off x="6076357" y="18471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RentalSystem + main + Payment</a:t>
            </a:r>
            <a:endParaRPr lang="en-US" sz="950"/>
          </a:p>
        </p:txBody>
      </p:sp>
      <p:sp>
        <p:nvSpPr>
          <p:cNvPr id="97" name="Shape 43">
            <a:extLst>
              <a:ext uri="{FF2B5EF4-FFF2-40B4-BE49-F238E27FC236}">
                <a16:creationId xmlns:a16="http://schemas.microsoft.com/office/drawing/2014/main" id="{1203AA27-E570-90E2-2166-73BC6A7DF99D}"/>
              </a:ext>
            </a:extLst>
          </p:cNvPr>
          <p:cNvSpPr/>
          <p:nvPr/>
        </p:nvSpPr>
        <p:spPr>
          <a:xfrm>
            <a:off x="5573437" y="2185484"/>
            <a:ext cx="384048" cy="384048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44">
            <a:extLst>
              <a:ext uri="{FF2B5EF4-FFF2-40B4-BE49-F238E27FC236}">
                <a16:creationId xmlns:a16="http://schemas.microsoft.com/office/drawing/2014/main" id="{7B177AC9-96EC-E382-0EED-751B8162F0B7}"/>
              </a:ext>
            </a:extLst>
          </p:cNvPr>
          <p:cNvSpPr/>
          <p:nvPr/>
        </p:nvSpPr>
        <p:spPr>
          <a:xfrm>
            <a:off x="5573437" y="21854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600"/>
          </a:p>
        </p:txBody>
      </p:sp>
      <p:sp>
        <p:nvSpPr>
          <p:cNvPr id="99" name="Text 45">
            <a:extLst>
              <a:ext uri="{FF2B5EF4-FFF2-40B4-BE49-F238E27FC236}">
                <a16:creationId xmlns:a16="http://schemas.microsoft.com/office/drawing/2014/main" id="{7B5C29CF-8E3F-08B6-14AD-61F6654EE66D}"/>
              </a:ext>
            </a:extLst>
          </p:cNvPr>
          <p:cNvSpPr/>
          <p:nvPr/>
        </p:nvSpPr>
        <p:spPr>
          <a:xfrm>
            <a:off x="6076357" y="21580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latin typeface="Calibri" pitchFamily="34" charset="0"/>
                <a:ea typeface="Calibri" pitchFamily="34" charset="-122"/>
                <a:cs typeface="Calibri" pitchFamily="34" charset="-120"/>
              </a:rPr>
              <a:t>Abdul Rahman Al </a:t>
            </a:r>
            <a:r>
              <a:rPr lang="en-US" sz="1200" b="1" err="1">
                <a:latin typeface="Calibri" pitchFamily="34" charset="0"/>
                <a:ea typeface="Calibri" pitchFamily="34" charset="-122"/>
                <a:cs typeface="Calibri" pitchFamily="34" charset="-120"/>
              </a:rPr>
              <a:t>Brumi</a:t>
            </a:r>
            <a:endParaRPr lang="en-US" sz="1200" b="1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0" name="Text 46">
            <a:extLst>
              <a:ext uri="{FF2B5EF4-FFF2-40B4-BE49-F238E27FC236}">
                <a16:creationId xmlns:a16="http://schemas.microsoft.com/office/drawing/2014/main" id="{0748E7DF-AA69-7CC4-7C59-DB87F829D7D2}"/>
              </a:ext>
            </a:extLst>
          </p:cNvPr>
          <p:cNvSpPr/>
          <p:nvPr/>
        </p:nvSpPr>
        <p:spPr>
          <a:xfrm>
            <a:off x="6076357" y="23775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hierarchy + subclasses</a:t>
            </a:r>
            <a:endParaRPr lang="en-US" sz="950" dirty="0"/>
          </a:p>
        </p:txBody>
      </p:sp>
      <p:sp>
        <p:nvSpPr>
          <p:cNvPr id="101" name="Shape 47">
            <a:extLst>
              <a:ext uri="{FF2B5EF4-FFF2-40B4-BE49-F238E27FC236}">
                <a16:creationId xmlns:a16="http://schemas.microsoft.com/office/drawing/2014/main" id="{2D0A046F-4FF2-FCDE-2F8F-40F3989832A3}"/>
              </a:ext>
            </a:extLst>
          </p:cNvPr>
          <p:cNvSpPr/>
          <p:nvPr/>
        </p:nvSpPr>
        <p:spPr>
          <a:xfrm>
            <a:off x="5573437" y="2715836"/>
            <a:ext cx="384048" cy="384048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48">
            <a:extLst>
              <a:ext uri="{FF2B5EF4-FFF2-40B4-BE49-F238E27FC236}">
                <a16:creationId xmlns:a16="http://schemas.microsoft.com/office/drawing/2014/main" id="{7D1E7A04-FA58-1460-020A-25DFE2874702}"/>
              </a:ext>
            </a:extLst>
          </p:cNvPr>
          <p:cNvSpPr/>
          <p:nvPr/>
        </p:nvSpPr>
        <p:spPr>
          <a:xfrm>
            <a:off x="5573437" y="2715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600"/>
          </a:p>
        </p:txBody>
      </p:sp>
      <p:sp>
        <p:nvSpPr>
          <p:cNvPr id="103" name="Text 49">
            <a:extLst>
              <a:ext uri="{FF2B5EF4-FFF2-40B4-BE49-F238E27FC236}">
                <a16:creationId xmlns:a16="http://schemas.microsoft.com/office/drawing/2014/main" id="{4E4F33E5-B208-95F5-1CB4-C9E993B6837E}"/>
              </a:ext>
            </a:extLst>
          </p:cNvPr>
          <p:cNvSpPr/>
          <p:nvPr/>
        </p:nvSpPr>
        <p:spPr>
          <a:xfrm>
            <a:off x="6076357" y="26884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Rahman Al </a:t>
            </a:r>
            <a:r>
              <a:rPr lang="en-US" sz="1200" b="1" err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Kiyumi</a:t>
            </a:r>
            <a:endParaRPr lang="en-US" sz="1200"/>
          </a:p>
        </p:txBody>
      </p:sp>
      <p:sp>
        <p:nvSpPr>
          <p:cNvPr id="104" name="Text 50">
            <a:extLst>
              <a:ext uri="{FF2B5EF4-FFF2-40B4-BE49-F238E27FC236}">
                <a16:creationId xmlns:a16="http://schemas.microsoft.com/office/drawing/2014/main" id="{950FB959-D7BA-7F3B-B7D6-5CFCB6865FEA}"/>
              </a:ext>
            </a:extLst>
          </p:cNvPr>
          <p:cNvSpPr/>
          <p:nvPr/>
        </p:nvSpPr>
        <p:spPr>
          <a:xfrm>
            <a:off x="6076357" y="29078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operator overloading</a:t>
            </a:r>
            <a:endParaRPr lang="en-US" sz="950" dirty="0"/>
          </a:p>
        </p:txBody>
      </p:sp>
      <p:sp>
        <p:nvSpPr>
          <p:cNvPr id="105" name="Shape 51">
            <a:extLst>
              <a:ext uri="{FF2B5EF4-FFF2-40B4-BE49-F238E27FC236}">
                <a16:creationId xmlns:a16="http://schemas.microsoft.com/office/drawing/2014/main" id="{6001036F-302D-0513-312B-B2D5C31C5BFE}"/>
              </a:ext>
            </a:extLst>
          </p:cNvPr>
          <p:cNvSpPr/>
          <p:nvPr/>
        </p:nvSpPr>
        <p:spPr>
          <a:xfrm>
            <a:off x="5573437" y="3246188"/>
            <a:ext cx="384048" cy="384048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52">
            <a:extLst>
              <a:ext uri="{FF2B5EF4-FFF2-40B4-BE49-F238E27FC236}">
                <a16:creationId xmlns:a16="http://schemas.microsoft.com/office/drawing/2014/main" id="{9E0FDA21-0F82-6595-2AFF-34409DC4B571}"/>
              </a:ext>
            </a:extLst>
          </p:cNvPr>
          <p:cNvSpPr/>
          <p:nvPr/>
        </p:nvSpPr>
        <p:spPr>
          <a:xfrm>
            <a:off x="5573437" y="32461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/>
          </a:p>
        </p:txBody>
      </p:sp>
      <p:sp>
        <p:nvSpPr>
          <p:cNvPr id="107" name="Text 53">
            <a:extLst>
              <a:ext uri="{FF2B5EF4-FFF2-40B4-BE49-F238E27FC236}">
                <a16:creationId xmlns:a16="http://schemas.microsoft.com/office/drawing/2014/main" id="{C0E0662B-8EAD-3333-7793-609A1236CC3F}"/>
              </a:ext>
            </a:extLst>
          </p:cNvPr>
          <p:cNvSpPr/>
          <p:nvPr/>
        </p:nvSpPr>
        <p:spPr>
          <a:xfrm>
            <a:off x="6062641" y="1671757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Hamad Al </a:t>
            </a:r>
            <a:r>
              <a:rPr lang="en-US" sz="1200" b="1" err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Mujaini</a:t>
            </a:r>
            <a:endParaRPr lang="en-US" sz="1200"/>
          </a:p>
        </p:txBody>
      </p:sp>
      <p:sp>
        <p:nvSpPr>
          <p:cNvPr id="108" name="Text 54">
            <a:extLst>
              <a:ext uri="{FF2B5EF4-FFF2-40B4-BE49-F238E27FC236}">
                <a16:creationId xmlns:a16="http://schemas.microsoft.com/office/drawing/2014/main" id="{02CB1F25-F454-D4D0-59EE-F4A6C758EC00}"/>
              </a:ext>
            </a:extLst>
          </p:cNvPr>
          <p:cNvSpPr/>
          <p:nvPr/>
        </p:nvSpPr>
        <p:spPr>
          <a:xfrm>
            <a:off x="6076357" y="34382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class + date logic</a:t>
            </a:r>
            <a:endParaRPr lang="en-US" sz="950" dirty="0"/>
          </a:p>
        </p:txBody>
      </p:sp>
      <p:sp>
        <p:nvSpPr>
          <p:cNvPr id="109" name="Shape 55">
            <a:extLst>
              <a:ext uri="{FF2B5EF4-FFF2-40B4-BE49-F238E27FC236}">
                <a16:creationId xmlns:a16="http://schemas.microsoft.com/office/drawing/2014/main" id="{3743ACAF-E765-CD21-FD8B-0083B02B33D4}"/>
              </a:ext>
            </a:extLst>
          </p:cNvPr>
          <p:cNvSpPr/>
          <p:nvPr/>
        </p:nvSpPr>
        <p:spPr>
          <a:xfrm>
            <a:off x="5573437" y="3776540"/>
            <a:ext cx="384048" cy="384048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56">
            <a:extLst>
              <a:ext uri="{FF2B5EF4-FFF2-40B4-BE49-F238E27FC236}">
                <a16:creationId xmlns:a16="http://schemas.microsoft.com/office/drawing/2014/main" id="{AA360A13-5E4D-9692-12A9-276E20888757}"/>
              </a:ext>
            </a:extLst>
          </p:cNvPr>
          <p:cNvSpPr/>
          <p:nvPr/>
        </p:nvSpPr>
        <p:spPr>
          <a:xfrm>
            <a:off x="5573437" y="3776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/>
          </a:p>
        </p:txBody>
      </p:sp>
      <p:sp>
        <p:nvSpPr>
          <p:cNvPr id="111" name="Text 57">
            <a:extLst>
              <a:ext uri="{FF2B5EF4-FFF2-40B4-BE49-F238E27FC236}">
                <a16:creationId xmlns:a16="http://schemas.microsoft.com/office/drawing/2014/main" id="{5E980150-7B5F-A1D0-50AC-D7D65861C458}"/>
              </a:ext>
            </a:extLst>
          </p:cNvPr>
          <p:cNvSpPr/>
          <p:nvPr/>
        </p:nvSpPr>
        <p:spPr>
          <a:xfrm>
            <a:off x="6076357" y="37491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Waleed  Al </a:t>
            </a:r>
            <a:r>
              <a:rPr lang="en-US" sz="1200" b="1" err="1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Busaidi</a:t>
            </a:r>
            <a:endParaRPr lang="en-US" sz="1200"/>
          </a:p>
        </p:txBody>
      </p:sp>
      <p:sp>
        <p:nvSpPr>
          <p:cNvPr id="112" name="Text 58">
            <a:extLst>
              <a:ext uri="{FF2B5EF4-FFF2-40B4-BE49-F238E27FC236}">
                <a16:creationId xmlns:a16="http://schemas.microsoft.com/office/drawing/2014/main" id="{CEF91849-9437-F627-BA8D-6203ABD88794}"/>
              </a:ext>
            </a:extLst>
          </p:cNvPr>
          <p:cNvSpPr/>
          <p:nvPr/>
        </p:nvSpPr>
        <p:spPr>
          <a:xfrm>
            <a:off x="6076357" y="396856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+ testing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998306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Microsoft Office PowerPoint</Application>
  <PresentationFormat>On-screen Show (16:9)</PresentationFormat>
  <Paragraphs>176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Rental Management System</dc:title>
  <dc:subject>PptxGenJS Presentation</dc:subject>
  <dc:creator>Group Project - C++ OOP</dc:creator>
  <cp:lastModifiedBy>Abdul Rahman Al Brumi</cp:lastModifiedBy>
  <cp:revision>1</cp:revision>
  <dcterms:created xsi:type="dcterms:W3CDTF">2026-04-23T13:41:29Z</dcterms:created>
  <dcterms:modified xsi:type="dcterms:W3CDTF">2026-04-26T16:11:31Z</dcterms:modified>
</cp:coreProperties>
</file>